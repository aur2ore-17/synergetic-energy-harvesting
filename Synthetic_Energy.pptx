
<file path=[Content_Types].xml><?xml version="1.0" encoding="utf-8"?>
<Types xmlns="http://schemas.openxmlformats.org/package/2006/content-types"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theme+xml" PartName="/ppt/theme/theme1.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notesMaster+xml" PartName="/ppt/notesMasters/notesMaster1.xml"/>
  <Override ContentType="application/vnd.openxmlformats-officedocument.theme+xml" PartName="/ppt/theme/theme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Default ContentType="image/png" Extension="png"/>
  <Default ContentType="image/jpeg" Extension="jpeg"/>
  <Override ContentType="application/x-fontdata" PartName="/ppt/fonts/font1.fntdata"/>
  <Override ContentType="application/x-fontdata" PartName="/ppt/fonts/font2.fntdata"/>
  <Override ContentType="application/x-fontdata" PartName="/ppt/fonts/font3.fntdata"/>
  <Override ContentType="application/vnd.openxmlformats-officedocument.presentationml.tags+xml" PartName="/ppt/tags/tag3.xml"/>
  <Override ContentType="application/vnd.openxmlformats-officedocument.presentationml.presentation.main+xml" PartName="/ppt/presentation.xml"/>
  <Default ContentType="application/xml" Extension="xml"/>
  <Default ContentType="application/vnd.openxmlformats-package.relationships+xml" Extension="rels"/>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no"?><Relationships xmlns="http://schemas.openxmlformats.org/package/2006/relationships"><Relationship Id="rId1" Target="/ppt/media/image1.jpeg" Type="http://schemas.openxmlformats.org/officeDocument/2006/relationships/image"/><Relationship Id="rId2" Target="/ppt/media/image2.jpeg" Type="http://schemas.openxmlformats.org/officeDocument/2006/relationships/image"/><Relationship Id="rId3" Target="ppt/media/img_cc_black.png" Type="http://schemas.openxmlformats.org/officeDocument/2006/relationships/image"/><Relationship Id="rId4" Target="ppt/presentation.xml" Type="http://schemas.openxmlformats.org/officeDocument/2006/relationships/officeDocument"/><Relationship Id="rId5" Target="docProps/core.xml" Type="http://schemas.openxmlformats.org/package/2006/relationships/metadata/core-properties"/><Relationship Id="rId6" Target="docProps/app.xml" Type="http://schemas.openxmlformats.org/officeDocument/2006/relationships/extended-properties"/></Relationships>
</file>

<file path=ppt/presentation.xml><?xml version="1.0" encoding="utf-8"?>
<p:presentation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embedTrueTypeFonts="1" saveSubsetFonts="1">
  <p:sldMasterIdLst>
    <p:sldMasterId id="2147483648" r:id="rId1"/>
  </p:sldMasterIdLst>
  <p:notesMasterIdLst>
    <p:notesMasterId r:id="rId3"/>
  </p:notesMasterIdLst>
  <p:sldIdLst>
    <p:sldId id="256" r:id="rId5"/>
    <p:sldId id="257" r:id="rId6"/>
    <p:sldId id="258" r:id="rId7"/>
    <p:sldId id="259" r:id="rId8"/>
    <p:sldId id="260" r:id="rId9"/>
    <p:sldId id="261" r:id="rId10"/>
    <p:sldId id="262" r:id="rId11"/>
    <p:sldId id="263" r:id="rId12"/>
    <p:sldId id="264" r:id="rId13"/>
    <p:sldId id="265" r:id="rId14"/>
  </p:sldIdLst>
  <p:sldSz cx="9144000" cy="5143500" type="screen16x9"/>
  <p:notesSz cx="9144000" cy="5143500"/>
  <p:embeddedFontLst>
    <p:embeddedFont>
      <p:font typeface="Open Sans-demi_bold"/>
      <p:regular r:id="rId17"/>
    </p:embeddedFont>
    <p:embeddedFont>
      <p:font typeface="Open Sans"/>
      <p:regular r:id="rId16"/>
      <p:bold r:id="rId18"/>
    </p:embeddedFont>
  </p:embeddedFontLst>
  <p:custDataLst>
    <p:tags r:id="rId19"/>
  </p:custDataLst>
  <p:defaultTextStyle>
    <a:defPPr>
      <a:defRPr lang="en-US"/>
    </a:defPPr>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defaultTextStyle>
</p:presentation>
</file>

<file path=ppt/presProps.xml><?xml version="1.0" encoding="utf-8"?>
<p:presentation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showPr showNarration="1">
    <p:sldAll/>
  </p:showPr>
</p:presentationPr>
</file>

<file path=ppt/tableStyles.xml><?xml version="1.0" encoding="utf-8"?>
<a:tblStyleLst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def="{5C22544A-7EE6-4342-B048-85BDC9FD1C3A}"/>
</file>

<file path=ppt/viewProps.xml><?xml version="1.0" encoding="utf-8"?>
<p:viewP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normalViewPr showOutlineIcons="false">
    <p:restoredLeft sz="15620"/>
    <p:restoredTop sz="94660"/>
  </p:normalViewPr>
  <p:slideViewPr>
    <p:cSldViewPr>
      <p:cViewPr varScale="true">
        <p:scale>
          <a:sx d="100" n="73"/>
          <a:sy d="100" n="73"/>
        </p:scale>
        <p:origin x="-1110" y="-102"/>
      </p:cViewPr>
      <p:guideLst>
        <p:guide orient="horz" pos="2160"/>
        <p:guide pos="2880"/>
      </p:guideLst>
    </p:cSldViewPr>
  </p:slideViewPr>
  <p:notesTextViewPr>
    <p:cViewPr>
      <p:scale>
        <a:sx d="100" n="100"/>
        <a:sy d="100" n="100"/>
      </p:scale>
      <p:origin x="0" y="0"/>
    </p:cViewPr>
  </p:notesTextViewPr>
  <p:gridSpacing cx="78028800" cy="78028800"/>
</p:viewPr>
</file>

<file path=ppt/_rels/presentation.xml.rels><?xml version="1.0" encoding="UTF-8" standalone="no"?><Relationships xmlns="http://schemas.openxmlformats.org/package/2006/relationships"><Relationship Id="rId1" Target="slideMasters/slideMaster1.xml" Type="http://schemas.openxmlformats.org/officeDocument/2006/relationships/slideMaster"/><Relationship Id="rId2" Target="theme/theme1.xml" Type="http://schemas.openxmlformats.org/officeDocument/2006/relationships/theme"/><Relationship Id="rId3" Target="notesMasters/notesMaster1.xml" Type="http://schemas.openxmlformats.org/officeDocument/2006/relationships/notesMaster"/><Relationship Id="rId4" Target="theme/theme2.xml" Type="http://schemas.openxmlformats.org/officeDocument/2006/relationships/theme"/><Relationship Id="rId5" Target="slides/slide1.xml" Type="http://schemas.openxmlformats.org/officeDocument/2006/relationships/slide"/><Relationship Id="rId6" Target="slides/slide2.xml" Type="http://schemas.openxmlformats.org/officeDocument/2006/relationships/slide"/><Relationship Id="rId7" Target="slides/slide3.xml" Type="http://schemas.openxmlformats.org/officeDocument/2006/relationships/slide"/><Relationship Id="rId8" Target="slides/slide4.xml" Type="http://schemas.openxmlformats.org/officeDocument/2006/relationships/slide"/><Relationship Id="rId9" Target="slides/slide5.xml" Type="http://schemas.openxmlformats.org/officeDocument/2006/relationships/slide"/><Relationship Id="rId10" Target="slides/slide6.xml" Type="http://schemas.openxmlformats.org/officeDocument/2006/relationships/slide"/><Relationship Id="rId11" Target="slides/slide7.xml" Type="http://schemas.openxmlformats.org/officeDocument/2006/relationships/slide"/><Relationship Id="rId12" Target="slides/slide8.xml" Type="http://schemas.openxmlformats.org/officeDocument/2006/relationships/slide"/><Relationship Id="rId13" Target="slides/slide9.xml" Type="http://schemas.openxmlformats.org/officeDocument/2006/relationships/slide"/><Relationship Id="rId14" Target="slides/slide10.xml" Type="http://schemas.openxmlformats.org/officeDocument/2006/relationships/slide"/><Relationship Id="rId15" Target="tableStyles.xml" Type="http://schemas.openxmlformats.org/officeDocument/2006/relationships/tableStyles"/><Relationship Id="rId16" Target="fonts/font1.fntdata" Type="http://schemas.openxmlformats.org/officeDocument/2006/relationships/font"/><Relationship Id="rId17" Target="fonts/font2.fntdata" Type="http://schemas.openxmlformats.org/officeDocument/2006/relationships/font"/><Relationship Id="rId18" Target="fonts/font3.fntdata" Type="http://schemas.openxmlformats.org/officeDocument/2006/relationships/font"/><Relationship Id="rId19" Target="tags/tag3.xml" Type="http://schemas.openxmlformats.org/officeDocument/2006/relationships/tags"/><Relationship Id="rId20" Target="presProps.xml" Type="http://schemas.openxmlformats.org/officeDocument/2006/relationships/presProps"/><Relationship Id="rId21" Target="viewProps.xml" Type="http://schemas.openxmlformats.org/officeDocument/2006/relationships/viewProps"/></Relationships>
</file>

<file path=ppt/notesMasters/_rels/notesMaster1.xml.rels><?xml version="1.0" encoding="UTF-8" standalone="no"?><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sz="quarter" type="hdr"/>
          </p:nvPr>
        </p:nvSpPr>
        <p:spPr>
          <a:xfrm>
            <a:off x="0" y="0"/>
            <a:ext cx="2971800" cy="458788"/>
          </a:xfrm>
          <a:prstGeom prst="rect">
            <a:avLst/>
          </a:prstGeom>
        </p:spPr>
        <p:txBody>
          <a:bodyPr bIns="45720" lIns="91440" rIns="91440" rtlCol="0" tIns="45720" vert="horz"/>
          <a:lstStyle>
            <a:lvl1pPr algn="l">
              <a:defRPr sz="1200"/>
            </a:lvl1pPr>
          </a:lstStyle>
          <a:p>
            <a:endParaRPr lang="en-US"/>
          </a:p>
        </p:txBody>
      </p:sp>
      <p:sp>
        <p:nvSpPr>
          <p:cNvPr id="3" name="Date Placeholder 2"/>
          <p:cNvSpPr>
            <a:spLocks noGrp="1"/>
          </p:cNvSpPr>
          <p:nvPr>
            <p:ph idx="1" type="dt"/>
          </p:nvPr>
        </p:nvSpPr>
        <p:spPr>
          <a:xfrm>
            <a:off x="3884613" y="0"/>
            <a:ext cx="2971800" cy="458788"/>
          </a:xfrm>
          <a:prstGeom prst="rect">
            <a:avLst/>
          </a:prstGeom>
        </p:spPr>
        <p:txBody>
          <a:bodyPr bIns="45720" lIns="91440" rIns="91440" rtlCol="0" tIns="45720" vert="horz"/>
          <a:lstStyle>
            <a:lvl1pPr algn="r">
              <a:defRPr sz="1200"/>
            </a:lvl1pPr>
          </a:lstStyle>
          <a:p>
            <a:fld id="{44B65459-4C01-9248-BDAA-F28591FAF6F5}" type="datetimeFigureOut">
              <a:rPr lang="en-US" smtClean="0"/>
              <a:t>4/4/17</a:t>
            </a:fld>
            <a:endParaRPr lang="en-US"/>
          </a:p>
        </p:txBody>
      </p:sp>
      <p:sp>
        <p:nvSpPr>
          <p:cNvPr id="4" name="Slide Image Placeholder 3"/>
          <p:cNvSpPr>
            <a:spLocks noChangeAspect="1" noGrp="1" noRot="1"/>
          </p:cNvSpPr>
          <p:nvPr>
            <p:ph idx="2" type="sldImg"/>
          </p:nvPr>
        </p:nvSpPr>
        <p:spPr>
          <a:xfrm>
            <a:off x="685800" y="1143000"/>
            <a:ext cx="5486400" cy="3086100"/>
          </a:xfrm>
          <a:prstGeom prst="rect">
            <a:avLst/>
          </a:prstGeom>
          <a:noFill/>
          <a:ln w="12700">
            <a:solidFill>
              <a:prstClr val="black"/>
            </a:solidFill>
          </a:ln>
        </p:spPr>
        <p:txBody>
          <a:bodyPr anchor="ctr" bIns="45720" lIns="91440" rIns="91440" rtlCol="0" tIns="45720" vert="horz"/>
          <a:lstStyle/>
          <a:p>
            <a:endParaRPr lang="en-US"/>
          </a:p>
        </p:txBody>
      </p:sp>
      <p:sp>
        <p:nvSpPr>
          <p:cNvPr id="5" name="Notes Placeholder 4"/>
          <p:cNvSpPr>
            <a:spLocks noGrp="1"/>
          </p:cNvSpPr>
          <p:nvPr>
            <p:ph idx="3" sz="quarter" type="body"/>
          </p:nvPr>
        </p:nvSpPr>
        <p:spPr>
          <a:xfrm>
            <a:off x="685800" y="4400550"/>
            <a:ext cx="5486400" cy="3600450"/>
          </a:xfrm>
          <a:prstGeom prst="rect">
            <a:avLst/>
          </a:prstGeom>
        </p:spPr>
        <p:txBody>
          <a:bodyPr bIns="45720" lIns="91440" rIns="91440" rtlCol="0" tIns="45720" vert="horz"/>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idx="4" sz="quarter" type="ftr"/>
          </p:nvPr>
        </p:nvSpPr>
        <p:spPr>
          <a:xfrm>
            <a:off x="0" y="8685213"/>
            <a:ext cx="2971800" cy="458787"/>
          </a:xfrm>
          <a:prstGeom prst="rect">
            <a:avLst/>
          </a:prstGeom>
        </p:spPr>
        <p:txBody>
          <a:bodyPr anchor="b" bIns="45720" lIns="91440" rIns="91440" rtlCol="0" tIns="45720" vert="horz"/>
          <a:lstStyle>
            <a:lvl1pPr algn="l">
              <a:defRPr sz="1200"/>
            </a:lvl1pPr>
          </a:lstStyle>
          <a:p>
            <a:endParaRPr lang="en-US"/>
          </a:p>
        </p:txBody>
      </p:sp>
      <p:sp>
        <p:nvSpPr>
          <p:cNvPr id="7" name="Slide Number Placeholder 6"/>
          <p:cNvSpPr>
            <a:spLocks noGrp="1"/>
          </p:cNvSpPr>
          <p:nvPr>
            <p:ph idx="5" sz="quarter" type="sldNum"/>
          </p:nvPr>
        </p:nvSpPr>
        <p:spPr>
          <a:xfrm>
            <a:off x="3884613" y="8685213"/>
            <a:ext cx="2971800" cy="458787"/>
          </a:xfrm>
          <a:prstGeom prst="rect">
            <a:avLst/>
          </a:prstGeom>
        </p:spPr>
        <p:txBody>
          <a:bodyPr anchor="b" bIns="45720" lIns="91440" rIns="91440" rtlCol="0" tIns="45720" vert="horz"/>
          <a:lstStyle>
            <a:lvl1pPr algn="r">
              <a:defRPr sz="1200"/>
            </a:lvl1pPr>
          </a:lstStyle>
          <a:p>
            <a:fld id="{69327042-6B61-B148-8485-8BBBFAA13D24}" type="slidenum">
              <a:rPr lang="en-US" smtClean="0"/>
              <a:t>‹#›</a:t>
            </a:fld>
            <a:endParaRPr lang="en-US"/>
          </a:p>
        </p:txBody>
      </p:sp>
    </p:spTree>
    <p:extLst>
      <p:ext uri="{BB962C8B-B14F-4D97-AF65-F5344CB8AC3E}">
        <p14:creationId xmlns:p14="http://schemas.microsoft.com/office/powerpoint/2010/main" val="1080321138"/>
      </p:ext>
    </p:extLst>
  </p:cSld>
  <p:clrMap accent1="accent1" accent2="accent2" accent3="accent3" accent4="accent4" accent5="accent5" accent6="accent6" bg1="lt1" bg2="lt2" folHlink="folHlink" hlink="hlink" tx1="dk1" tx2="dk2"/>
  <p:notesStyle>
    <a:lvl1pPr algn="l" defTabSz="914400" eaLnBrk="1" hangingPunct="1" latinLnBrk="0" marL="0" rtl="0">
      <a:defRPr kern="1200" sz="1200">
        <a:solidFill>
          <a:schemeClr val="tx1"/>
        </a:solidFill>
        <a:latin typeface="+mn-lt"/>
        <a:ea typeface="+mn-ea"/>
        <a:cs typeface="+mn-cs"/>
      </a:defRPr>
    </a:lvl1pPr>
    <a:lvl2pPr algn="l" defTabSz="914400" eaLnBrk="1" hangingPunct="1" latinLnBrk="0" marL="457200" rtl="0">
      <a:defRPr kern="1200" sz="1200">
        <a:solidFill>
          <a:schemeClr val="tx1"/>
        </a:solidFill>
        <a:latin typeface="+mn-lt"/>
        <a:ea typeface="+mn-ea"/>
        <a:cs typeface="+mn-cs"/>
      </a:defRPr>
    </a:lvl2pPr>
    <a:lvl3pPr algn="l" defTabSz="914400" eaLnBrk="1" hangingPunct="1" latinLnBrk="0" marL="914400" rtl="0">
      <a:defRPr kern="1200" sz="1200">
        <a:solidFill>
          <a:schemeClr val="tx1"/>
        </a:solidFill>
        <a:latin typeface="+mn-lt"/>
        <a:ea typeface="+mn-ea"/>
        <a:cs typeface="+mn-cs"/>
      </a:defRPr>
    </a:lvl3pPr>
    <a:lvl4pPr algn="l" defTabSz="914400" eaLnBrk="1" hangingPunct="1" latinLnBrk="0" marL="1371600" rtl="0">
      <a:defRPr kern="1200" sz="1200">
        <a:solidFill>
          <a:schemeClr val="tx1"/>
        </a:solidFill>
        <a:latin typeface="+mn-lt"/>
        <a:ea typeface="+mn-ea"/>
        <a:cs typeface="+mn-cs"/>
      </a:defRPr>
    </a:lvl4pPr>
    <a:lvl5pPr algn="l" defTabSz="914400" eaLnBrk="1" hangingPunct="1" latinLnBrk="0" marL="1828800" rtl="0">
      <a:defRPr kern="1200" sz="1200">
        <a:solidFill>
          <a:schemeClr val="tx1"/>
        </a:solidFill>
        <a:latin typeface="+mn-lt"/>
        <a:ea typeface="+mn-ea"/>
        <a:cs typeface="+mn-cs"/>
      </a:defRPr>
    </a:lvl5pPr>
    <a:lvl6pPr algn="l" defTabSz="914400" eaLnBrk="1" hangingPunct="1" latinLnBrk="0" marL="2286000" rtl="0">
      <a:defRPr kern="1200" sz="1200">
        <a:solidFill>
          <a:schemeClr val="tx1"/>
        </a:solidFill>
        <a:latin typeface="+mn-lt"/>
        <a:ea typeface="+mn-ea"/>
        <a:cs typeface="+mn-cs"/>
      </a:defRPr>
    </a:lvl6pPr>
    <a:lvl7pPr algn="l" defTabSz="914400" eaLnBrk="1" hangingPunct="1" latinLnBrk="0" marL="2743200" rtl="0">
      <a:defRPr kern="1200" sz="1200">
        <a:solidFill>
          <a:schemeClr val="tx1"/>
        </a:solidFill>
        <a:latin typeface="+mn-lt"/>
        <a:ea typeface="+mn-ea"/>
        <a:cs typeface="+mn-cs"/>
      </a:defRPr>
    </a:lvl7pPr>
    <a:lvl8pPr algn="l" defTabSz="914400" eaLnBrk="1" hangingPunct="1" latinLnBrk="0" marL="3200400" rtl="0">
      <a:defRPr kern="1200" sz="1200">
        <a:solidFill>
          <a:schemeClr val="tx1"/>
        </a:solidFill>
        <a:latin typeface="+mn-lt"/>
        <a:ea typeface="+mn-ea"/>
        <a:cs typeface="+mn-cs"/>
      </a:defRPr>
    </a:lvl8pPr>
    <a:lvl9pPr algn="l" defTabSz="914400" eaLnBrk="1" hangingPunct="1" latinLnBrk="0" marL="3657600" rtl="0">
      <a:defRPr kern="1200" sz="1200">
        <a:solidFill>
          <a:schemeClr val="tx1"/>
        </a:solidFill>
        <a:latin typeface="+mn-lt"/>
        <a:ea typeface="+mn-ea"/>
        <a:cs typeface="+mn-cs"/>
      </a:defRPr>
    </a:lvl9pPr>
  </p:notesStyle>
</p:notesMaster>
<!-- $Id$ -->
</file>

<file path=ppt/slideLayouts/_rels/slideLayout1.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no"?><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no"?><Relationships xmlns="http://schemas.openxmlformats.org/package/2006/relationships"><Relationship Id="rId2" Target="../tags/tag1.xml" Type="http://schemas.openxmlformats.org/officeDocument/2006/relationships/tags"/><Relationship Id="rId1" Target="../slideMasters/slideMaster1.xml" Type="http://schemas.openxmlformats.org/officeDocument/2006/relationships/slideMaster"/></Relationships>
</file>

<file path=ppt/slideLayouts/_rels/slideLayout11.xml.rels><?xml version="1.0" encoding="UTF-8" standalone="no"?><Relationships xmlns="http://schemas.openxmlformats.org/package/2006/relationships"><Relationship Id="rId2" Target="../tags/tag2.xml" Type="http://schemas.openxmlformats.org/officeDocument/2006/relationships/tags"/><Relationship Id="rId1" Target="../slideMasters/slideMaster1.xml" Type="http://schemas.openxmlformats.org/officeDocument/2006/relationships/slideMaster"/></Relationships>
</file>

<file path=ppt/slideLayouts/slideLayout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title">
  <p:cSld name="Title Slide">
    <p:spTree>
      <p:nvGrpSpPr>
        <p:cNvPr id="1" name=""/>
        <p:cNvGrpSpPr/>
        <p:nvPr/>
      </p:nvGrpSpPr>
      <p:grpSpPr>
        <a:xfrm>
          <a:off x="0" y="0"/>
          <a:ext cx="0" cy="0"/>
          <a:chOff x="0" y="0"/>
          <a:chExt cx="0" cy="0"/>
        </a:xfrm>
      </p:grpSpPr>
      <p:sp>
        <p:nvSpPr>
          <p:cNvPr id="2" name="Title 1">
            <a:extLst>
              <a:ext uri="{145D34D1-A199-4B6B-8F8E-273C1E827633}">
                <a16:creationId xmlns:a16="http://schemas.microsoft.com/office/drawing/2010/main" id="{310D803F-D118-4641-863F-200FA4EF6813}"/>
              </a:ext>
            </a:extLst>
          </p:cNvPr>
          <p:cNvSpPr>
            <a:spLocks noGrp="true"/>
          </p:cNvSpPr>
          <p:nvPr>
            <p:ph type="title"/>
          </p:nvPr>
        </p:nvSpPr>
        <p:spPr>
          <a:xfrm rot="0">
            <a:off x="1351643" y="2271771"/>
            <a:ext cx="6436178" cy="776702"/>
          </a:xfrm>
          <a:prstGeom prst="rect">
            <a:avLst/>
          </a:prstGeom>
        </p:spPr>
        <p:txBody>
          <a:bodyPr anchor="b" rtlCol="0"/>
          <a:lstStyle>
            <a:lvl1pPr algn="ctr" lvl="0">
              <a:defRPr dirty="0" lang="en-US" sz="4400"/>
            </a:lvl1pPr>
          </a:lstStyle>
          <a:p>
            <a:pPr/>
            <a:r>
              <a:rPr dirty="0" lang="en-US"/>
              <a:t>Click to edit Master title style</a:t>
            </a:r>
            <a:endParaRPr dirty="0" lang="en-US"/>
          </a:p>
        </p:txBody>
      </p:sp>
      <p:sp>
        <p:nvSpPr>
          <p:cNvPr id="3" name="Subtitle 2">
            <a:extLst>
              <a:ext uri="{48AD176A-49C7-48AC-9A57-E162B4483B5D}">
                <a16:creationId xmlns:a16="http://schemas.microsoft.com/office/drawing/2010/main" id="{27ADD999-9410-4409-9808-6F205940E2F8}"/>
              </a:ext>
            </a:extLst>
          </p:cNvPr>
          <p:cNvSpPr>
            <a:spLocks noGrp="true"/>
          </p:cNvSpPr>
          <p:nvPr>
            <p:ph idx="1" type="subTitle"/>
          </p:nvPr>
        </p:nvSpPr>
        <p:spPr>
          <a:xfrm rot="0">
            <a:off x="1351643" y="3056695"/>
            <a:ext cx="6436178" cy="494945"/>
          </a:xfrm>
          <a:prstGeom prst="rect">
            <a:avLst/>
          </a:prstGeom>
        </p:spPr>
        <p:txBody>
          <a:bodyPr anchor="t" lIns="91440" rtlCol="0">
            <a:noAutofit/>
          </a:bodyPr>
          <a:lstStyle>
            <a:lvl1pPr algn="ctr" indent="0" lvl="0" marL="0">
              <a:lnSpc>
                <a:spcPct val="100000"/>
              </a:lnSpc>
              <a:spcBef>
                <a:spcPts val="0"/>
              </a:spcBef>
              <a:buNone/>
              <a:defRPr b="0" baseline="0" dirty="0" i="0" lang="en-US" sz="1400">
                <a:solidFill>
                  <a:schemeClr val="accent1"/>
                </a:solidFill>
                <a:latin typeface="+mn-lt"/>
              </a:defRPr>
            </a:lvl1pPr>
            <a:lvl2pPr algn="ctr" indent="0" lvl="1" marL="457200">
              <a:buNone/>
              <a:defRPr dirty="0" lang="en-US">
                <a:solidFill>
                  <a:schemeClr val="tx1">
                    <a:tint val="75000"/>
                  </a:schemeClr>
                </a:solidFill>
              </a:defRPr>
            </a:lvl2pPr>
            <a:lvl3pPr algn="ctr" indent="0" lvl="2" marL="914400">
              <a:buNone/>
              <a:defRPr dirty="0" lang="en-US">
                <a:solidFill>
                  <a:schemeClr val="tx1">
                    <a:tint val="75000"/>
                  </a:schemeClr>
                </a:solidFill>
              </a:defRPr>
            </a:lvl3pPr>
            <a:lvl4pPr algn="ctr" indent="0" lvl="3" marL="1371600">
              <a:buNone/>
              <a:defRPr dirty="0" lang="en-US">
                <a:solidFill>
                  <a:schemeClr val="tx1">
                    <a:tint val="75000"/>
                  </a:schemeClr>
                </a:solidFill>
              </a:defRPr>
            </a:lvl4pPr>
            <a:lvl5pPr algn="ctr" indent="0" lvl="4" marL="1828800">
              <a:buNone/>
              <a:defRPr dirty="0" lang="en-US">
                <a:solidFill>
                  <a:schemeClr val="tx1">
                    <a:tint val="75000"/>
                  </a:schemeClr>
                </a:solidFill>
              </a:defRPr>
            </a:lvl5pPr>
            <a:lvl6pPr algn="ctr" indent="0" lvl="5" marL="2286000">
              <a:buNone/>
              <a:defRPr dirty="0" lang="en-US">
                <a:solidFill>
                  <a:schemeClr val="tx1">
                    <a:tint val="75000"/>
                  </a:schemeClr>
                </a:solidFill>
              </a:defRPr>
            </a:lvl6pPr>
            <a:lvl7pPr algn="ctr" indent="0" lvl="6" marL="2743200">
              <a:buNone/>
              <a:defRPr dirty="0" lang="en-US">
                <a:solidFill>
                  <a:schemeClr val="tx1">
                    <a:tint val="75000"/>
                  </a:schemeClr>
                </a:solidFill>
              </a:defRPr>
            </a:lvl7pPr>
            <a:lvl8pPr algn="ctr" indent="0" lvl="7" marL="3200400">
              <a:buNone/>
              <a:defRPr dirty="0" lang="en-US">
                <a:solidFill>
                  <a:schemeClr val="tx1">
                    <a:tint val="75000"/>
                  </a:schemeClr>
                </a:solidFill>
              </a:defRPr>
            </a:lvl8pPr>
            <a:lvl9pPr algn="ctr" indent="0" lvl="8" marL="3657600">
              <a:buNone/>
              <a:defRPr dirty="0" lang="en-US">
                <a:solidFill>
                  <a:schemeClr val="tx1">
                    <a:tint val="75000"/>
                  </a:schemeClr>
                </a:solidFill>
              </a:defRPr>
            </a:lvl9pPr>
          </a:lstStyle>
          <a:p>
            <a:pPr/>
            <a:r>
              <a:rPr dirty="0" lang="en-US"/>
              <a:t>Click to edit Master subtitle style</a:t>
            </a:r>
            <a:endParaRPr dirty="0" lang="en-US"/>
          </a:p>
        </p:txBody>
      </p:sp>
      <p:sp>
        <p:nvSpPr>
          <p:cNvPr id="4" name="Slide Number Placeholder 5">
            <a:extLst>
              <a:ext uri="{D3BAB12D-8CDE-4627-B990-063E7971F179}">
                <a16:creationId xmlns:a16="http://schemas.microsoft.com/office/drawing/2010/main" id="{FFA397E2-3378-4E4F-9BCF-0F5FF2B9C5CB}"/>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683BFE62-4DE6-48A0-A3BE-17060EEC0719}">
                <a16:creationId xmlns:a16="http://schemas.microsoft.com/office/drawing/2010/main" id="{63977D86-4709-46BA-A30A-A980709B9FAE}"/>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B63E317B-71EE-471C-A9FC-4852A794787C}">
                <a16:creationId xmlns:a16="http://schemas.microsoft.com/office/drawing/2010/main" id="{B632BC54-BC22-4D20-B957-DA53D2CAE159}"/>
              </a:ext>
            </a:extLst>
          </p:cNvPr>
          <p:cNvSpPr>
            <a:spLocks noGrp="true"/>
          </p:cNvSpPr>
          <p:nvPr>
            <p:ph idx="10" sz="half" type="dt"/>
          </p:nvPr>
        </p:nvSpPr>
        <p:spPr/>
        <p:txBody>
          <a:bodyPr rtlCol="0"/>
          <a:lstStyle>
            <a:lvl1pPr lvl="0"/>
          </a:lstStyle>
          <a:p>
            <a:pPr/>
            <a:r>
              <a:rPr dirty="0" lang="en-US"/>
              <a:t>Date</a:t>
            </a:r>
            <a:endParaRPr dirty="0" lang="en-US"/>
          </a:p>
        </p:txBody>
      </p:sp>
    </p:spTree>
    <p:extLst>
      <p:ext uri="{C5AB696A-B84D-46DB-83F9-96975A08C2F0}">
        <p14:creationId xmlns:p14="http://schemas.microsoft.com/office/powerpoint/2010/main" val="1782065428965"/>
      </p:ext>
    </p:extLst>
  </p:cSld>
  <p:clrMapOvr>
    <a:masterClrMapping/>
  </p:clrMapOvr>
</p:sldLayout>
</file>

<file path=ppt/slideLayouts/slideLayout2.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obj">
  <p:cSld name="Title and Content">
    <p:spTree>
      <p:nvGrpSpPr>
        <p:cNvPr id="1" name=""/>
        <p:cNvGrpSpPr/>
        <p:nvPr/>
      </p:nvGrpSpPr>
      <p:grpSpPr>
        <a:xfrm>
          <a:off x="0" y="0"/>
          <a:ext cx="0" cy="0"/>
          <a:chOff x="0" y="0"/>
          <a:chExt cx="0" cy="0"/>
        </a:xfrm>
      </p:grpSpPr>
      <p:sp>
        <p:nvSpPr>
          <p:cNvPr id="2" name="Title 7">
            <a:extLst>
              <a:ext uri="{30CB1D69-C6BC-4F1C-A0FE-09C83D0E7D50}">
                <a16:creationId xmlns:a16="http://schemas.microsoft.com/office/drawing/2010/main" id="{25618194-C0A9-4E2F-81EE-15AF708D8A70}"/>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60F5C59B-EC73-4B25-A57E-7AC281D1FE93}">
                <a16:creationId xmlns:a16="http://schemas.microsoft.com/office/drawing/2010/main" id="{5BC80DE0-32D4-4104-AA1D-A5A60838A34D}"/>
              </a:ext>
            </a:extLst>
          </p:cNvPr>
          <p:cNvSpPr>
            <a:spLocks noGrp="true"/>
          </p:cNvSpPr>
          <p:nvPr>
            <p:ph idx="1"/>
          </p:nvPr>
        </p:nvSpPr>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Slide Number Placeholder 4">
            <a:extLst>
              <a:ext uri="{58FAB0CB-C8ED-49EC-AFB2-97A039608454}">
                <a16:creationId xmlns:a16="http://schemas.microsoft.com/office/drawing/2010/main" id="{AE9213AB-5107-492D-B7F8-18C50BF04B4B}"/>
              </a:ext>
            </a:extLst>
          </p:cNvPr>
          <p:cNvSpPr>
            <a:spLocks noGrp="true"/>
          </p:cNvSpPr>
          <p:nvPr>
            <p:ph idx="12" sz="quarter" type="sldNum"/>
          </p:nvPr>
        </p:nvSpPr>
        <p:spPr/>
        <p:txBody>
          <a:bodyPr rtlCol="0"/>
          <a:lstStyle/>
          <a:p>
            <a:pPr/>
            <a:r>
              <a:rPr dirty="0" lang="en-US"/>
              <a:t>&lt;#&gt;</a:t>
            </a:r>
            <a:endParaRPr dirty="0" lang="en-US"/>
          </a:p>
        </p:txBody>
      </p:sp>
      <p:sp>
        <p:nvSpPr>
          <p:cNvPr id="5" name="Footer Placeholder 3">
            <a:extLst>
              <a:ext uri="{C763BEC3-1A4D-4A63-9708-A362184F5E25}">
                <a16:creationId xmlns:a16="http://schemas.microsoft.com/office/drawing/2010/main" id="{19C3F6B5-10E3-40AA-93B4-8FA8386DBA92}"/>
              </a:ext>
            </a:extLst>
          </p:cNvPr>
          <p:cNvSpPr>
            <a:spLocks noGrp="true"/>
          </p:cNvSpPr>
          <p:nvPr>
            <p:ph idx="11" sz="quarter" type="ftr"/>
          </p:nvPr>
        </p:nvSpPr>
        <p:spPr/>
        <p:txBody>
          <a:bodyPr rtlCol="0"/>
          <a:lstStyle/>
          <a:p>
            <a:pPr/>
            <a:r>
              <a:rPr dirty="0" lang="en-US"/>
              <a:t>Footer</a:t>
            </a:r>
            <a:endParaRPr dirty="0" lang="en-US"/>
          </a:p>
        </p:txBody>
      </p:sp>
      <p:sp>
        <p:nvSpPr>
          <p:cNvPr id="6" name="Date Placeholder 1">
            <a:extLst>
              <a:ext uri="{3D0D6103-F671-4D64-BA96-D14F7686D5F8}">
                <a16:creationId xmlns:a16="http://schemas.microsoft.com/office/drawing/2010/main" id="{E1EE29BD-8B07-43F0-9FC7-DC9993665F31}"/>
              </a:ext>
            </a:extLst>
          </p:cNvPr>
          <p:cNvSpPr>
            <a:spLocks noGrp="true"/>
          </p:cNvSpPr>
          <p:nvPr>
            <p:ph idx="10" sz="half" type="dt"/>
          </p:nvPr>
        </p:nvSpPr>
        <p:spPr/>
        <p:txBody>
          <a:bodyPr rtlCol="0"/>
          <a:lstStyle/>
          <a:p>
            <a:pPr/>
            <a:r>
              <a:rPr dirty="0" lang="en-US"/>
              <a:t>Date</a:t>
            </a:r>
            <a:endParaRPr dirty="0" lang="en-US"/>
          </a:p>
        </p:txBody>
      </p:sp>
    </p:spTree>
    <p:extLst>
      <p:ext uri="{B004D7C8-81E6-43AA-8EBE-05AEF0DDCD19}">
        <p14:creationId xmlns:p14="http://schemas.microsoft.com/office/powerpoint/2010/main" val="1782065428966"/>
      </p:ext>
    </p:extLst>
  </p:cSld>
  <p:clrMapOvr>
    <a:masterClrMapping/>
  </p:clrMapOvr>
</p:sldLayout>
</file>

<file path=ppt/slideLayouts/slideLayout3.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secHead">
  <p:cSld name="Section Header">
    <p:spTree>
      <p:nvGrpSpPr>
        <p:cNvPr id="1" name=""/>
        <p:cNvGrpSpPr/>
        <p:nvPr/>
      </p:nvGrpSpPr>
      <p:grpSpPr>
        <a:xfrm>
          <a:off x="0" y="0"/>
          <a:ext cx="0" cy="0"/>
          <a:chOff x="0" y="0"/>
          <a:chExt cx="0" cy="0"/>
        </a:xfrm>
      </p:grpSpPr>
      <p:sp>
        <p:nvSpPr>
          <p:cNvPr id="2" name="Text Placeholder 2">
            <a:extLst>
              <a:ext uri="{4501C731-2387-419E-92DE-AFC75DA9F338}">
                <a16:creationId xmlns:a16="http://schemas.microsoft.com/office/drawing/2010/main" id="{625B4771-C42C-4AB7-90C4-818A05A0B5DC}"/>
              </a:ext>
            </a:extLst>
          </p:cNvPr>
          <p:cNvSpPr>
            <a:spLocks noGrp="true"/>
          </p:cNvSpPr>
          <p:nvPr>
            <p:ph type="body"/>
          </p:nvPr>
        </p:nvSpPr>
        <p:spPr>
          <a:xfrm rot="0">
            <a:off x="762000" y="2192059"/>
            <a:ext cx="7620000" cy="511812"/>
          </a:xfrm>
          <a:prstGeom prst="rect">
            <a:avLst/>
          </a:prstGeom>
        </p:spPr>
        <p:txBody>
          <a:bodyPr anchor="b" rtlCol="0">
            <a:normAutofit/>
          </a:bodyPr>
          <a:lstStyle>
            <a:lvl1pPr indent="0" lvl="0" marL="0">
              <a:lnSpc>
                <a:spcPct val="100000"/>
              </a:lnSpc>
              <a:buNone/>
              <a:defRPr b="0" dirty="0" i="0" lang="en-US" sz="1400">
                <a:solidFill>
                  <a:schemeClr val="accent1"/>
                </a:solidFill>
                <a:latin typeface="+mn-lt"/>
              </a:defRPr>
            </a:lvl1pPr>
            <a:lvl2pPr indent="0" lvl="1" marL="457200">
              <a:buNone/>
              <a:defRPr dirty="0" lang="en-US" sz="1800">
                <a:solidFill>
                  <a:schemeClr val="tx1">
                    <a:tint val="75000"/>
                  </a:schemeClr>
                </a:solidFill>
              </a:defRPr>
            </a:lvl2pPr>
            <a:lvl3pPr indent="0" lvl="2" marL="914400">
              <a:buNone/>
              <a:defRPr dirty="0" lang="en-US" sz="1600">
                <a:solidFill>
                  <a:schemeClr val="tx1">
                    <a:tint val="75000"/>
                  </a:schemeClr>
                </a:solidFill>
              </a:defRPr>
            </a:lvl3pPr>
            <a:lvl4pPr indent="0" lvl="3" marL="1371600">
              <a:buNone/>
              <a:defRPr dirty="0" lang="en-US" sz="1400">
                <a:solidFill>
                  <a:schemeClr val="tx1">
                    <a:tint val="75000"/>
                  </a:schemeClr>
                </a:solidFill>
              </a:defRPr>
            </a:lvl4pPr>
            <a:lvl5pPr indent="0" lvl="4" marL="1828800">
              <a:buNone/>
              <a:defRPr dirty="0" lang="en-US" sz="1400">
                <a:solidFill>
                  <a:schemeClr val="tx1">
                    <a:tint val="75000"/>
                  </a:schemeClr>
                </a:solidFill>
              </a:defRPr>
            </a:lvl5pPr>
            <a:lvl6pPr indent="0" lvl="5" marL="2286000">
              <a:buNone/>
              <a:defRPr dirty="0" lang="en-US" sz="1400">
                <a:solidFill>
                  <a:schemeClr val="tx1">
                    <a:tint val="75000"/>
                  </a:schemeClr>
                </a:solidFill>
              </a:defRPr>
            </a:lvl6pPr>
            <a:lvl7pPr indent="0" lvl="6" marL="2743200">
              <a:buNone/>
              <a:defRPr dirty="0" lang="en-US" sz="1400">
                <a:solidFill>
                  <a:schemeClr val="tx1">
                    <a:tint val="75000"/>
                  </a:schemeClr>
                </a:solidFill>
              </a:defRPr>
            </a:lvl7pPr>
            <a:lvl8pPr indent="0" lvl="7" marL="3200400">
              <a:buNone/>
              <a:defRPr dirty="0" lang="en-US" sz="1400">
                <a:solidFill>
                  <a:schemeClr val="tx1">
                    <a:tint val="75000"/>
                  </a:schemeClr>
                </a:solidFill>
              </a:defRPr>
            </a:lvl8pPr>
            <a:lvl9pPr indent="0" lvl="8" marL="3657600">
              <a:buNone/>
              <a:defRPr dirty="0" lang="en-US" sz="1400">
                <a:solidFill>
                  <a:schemeClr val="tx1">
                    <a:tint val="75000"/>
                  </a:schemeClr>
                </a:solidFill>
              </a:defRPr>
            </a:lvl9pPr>
          </a:lstStyle>
          <a:p>
            <a:pPr lvl="0"/>
            <a:r>
              <a:rPr dirty="0" lang="en-US"/>
              <a:t>Click to edit Master text styles</a:t>
            </a:r>
            <a:endParaRPr dirty="0" lang="en-US"/>
          </a:p>
        </p:txBody>
      </p:sp>
      <p:sp>
        <p:nvSpPr>
          <p:cNvPr hidden="false" id="3" name="Title 1">
            <a:extLst>
              <a:ext uri="{B5661504-2D25-4D81-99CC-ABF3DC96FF45}">
                <a16:creationId xmlns:a16="http://schemas.microsoft.com/office/drawing/2010/main" id="{D4124396-69CB-4A43-B0FB-ADA1CCBC1A93}"/>
              </a:ext>
            </a:extLst>
          </p:cNvPr>
          <p:cNvSpPr>
            <a:spLocks noGrp="true"/>
          </p:cNvSpPr>
          <p:nvPr>
            <p:ph idx="1" type="title"/>
          </p:nvPr>
        </p:nvSpPr>
        <p:spPr>
          <a:xfrm rot="0">
            <a:off x="762000" y="2735662"/>
            <a:ext cx="7620000" cy="882263"/>
          </a:xfrm>
          <a:prstGeom prst="rect">
            <a:avLst/>
          </a:prstGeom>
        </p:spPr>
        <p:txBody>
          <a:bodyPr anchor="t" rtlCol="0"/>
          <a:lstStyle>
            <a:lvl1pPr lvl="0">
              <a:defRPr dirty="0" lang="en-US" sz="4000"/>
            </a:lvl1pPr>
          </a:lstStyle>
          <a:p>
            <a:pPr/>
            <a:r>
              <a:rPr dirty="0" lang="en-US"/>
              <a:t>Click to edit Master title style</a:t>
            </a:r>
            <a:endParaRPr dirty="0" lang="en-US"/>
          </a:p>
        </p:txBody>
      </p:sp>
      <p:sp>
        <p:nvSpPr>
          <p:cNvPr id="4" name="Slide Number Placeholder 5">
            <a:extLst>
              <a:ext uri="{DEB58A33-A029-487E-AA2F-4AD15A34E7CA}">
                <a16:creationId xmlns:a16="http://schemas.microsoft.com/office/drawing/2010/main" id="{9D4E4DE9-8679-47E5-9B7B-A139E8279118}"/>
              </a:ext>
            </a:extLst>
          </p:cNvPr>
          <p:cNvSpPr>
            <a:spLocks noGrp="true"/>
          </p:cNvSpPr>
          <p:nvPr>
            <p:ph idx="12" sz="quarter" type="sldNum"/>
          </p:nvPr>
        </p:nvSpPr>
        <p:spPr/>
        <p:txBody>
          <a:bodyPr rtlCol="0"/>
          <a:lstStyle>
            <a:lvl1pPr lvl="0"/>
          </a:lstStyle>
          <a:p>
            <a:pPr/>
            <a:r>
              <a:rPr dirty="0" lang="en-US"/>
              <a:t>&lt;#&gt;</a:t>
            </a:r>
            <a:endParaRPr dirty="0" lang="en-US"/>
          </a:p>
        </p:txBody>
      </p:sp>
      <p:sp>
        <p:nvSpPr>
          <p:cNvPr id="5" name="Footer Placeholder 4">
            <a:extLst>
              <a:ext uri="{31C44F67-5F51-4070-B646-D4B40F12C96D}">
                <a16:creationId xmlns:a16="http://schemas.microsoft.com/office/drawing/2010/main" id="{186F7FBF-ECDE-439E-9BA6-F441E5F0A7A3}"/>
              </a:ext>
            </a:extLst>
          </p:cNvPr>
          <p:cNvSpPr>
            <a:spLocks noGrp="true"/>
          </p:cNvSpPr>
          <p:nvPr>
            <p:ph idx="11" sz="quarter" type="ftr"/>
          </p:nvPr>
        </p:nvSpPr>
        <p:spPr/>
        <p:txBody>
          <a:bodyPr rtlCol="0"/>
          <a:lstStyle>
            <a:lvl1pPr lvl="0"/>
          </a:lstStyle>
          <a:p>
            <a:pPr/>
            <a:r>
              <a:rPr dirty="0" lang="en-US"/>
              <a:t>Footer</a:t>
            </a:r>
            <a:endParaRPr dirty="0" lang="en-US"/>
          </a:p>
        </p:txBody>
      </p:sp>
      <p:sp>
        <p:nvSpPr>
          <p:cNvPr id="6" name="Date Placeholder 3">
            <a:extLst>
              <a:ext uri="{2E8828D8-DD5C-4280-9720-891DB3ECE5C8}">
                <a16:creationId xmlns:a16="http://schemas.microsoft.com/office/drawing/2010/main" id="{412BD1F5-F70A-4AD5-A7F8-A6F6CFF97C8C}"/>
              </a:ext>
            </a:extLst>
          </p:cNvPr>
          <p:cNvSpPr>
            <a:spLocks noGrp="true"/>
          </p:cNvSpPr>
          <p:nvPr>
            <p:ph idx="10" sz="half" type="dt"/>
          </p:nvPr>
        </p:nvSpPr>
        <p:spPr/>
        <p:txBody>
          <a:bodyPr rtlCol="0"/>
          <a:lstStyle>
            <a:lvl1pPr lvl="0"/>
          </a:lstStyle>
          <a:p>
            <a:pPr/>
            <a:r>
              <a:rPr dirty="0" lang="en-US"/>
              <a:t>Date</a:t>
            </a:r>
            <a:endParaRPr dirty="0" lang="en-US"/>
          </a:p>
        </p:txBody>
      </p:sp>
    </p:spTree>
    <p:extLst>
      <p:ext uri="{7A6C858B-B81B-49B8-B532-90C0566D0A37}">
        <p14:creationId xmlns:p14="http://schemas.microsoft.com/office/powerpoint/2010/main" val="1782065428968"/>
      </p:ext>
    </p:extLst>
  </p:cSld>
  <p:clrMapOvr>
    <a:masterClrMapping/>
  </p:clrMapOvr>
</p:sldLayout>
</file>

<file path=ppt/slideLayouts/slideLayout4.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Obj">
  <p:cSld name="Two Content">
    <p:spTree>
      <p:nvGrpSpPr>
        <p:cNvPr id="1" name=""/>
        <p:cNvGrpSpPr/>
        <p:nvPr/>
      </p:nvGrpSpPr>
      <p:grpSpPr>
        <a:xfrm>
          <a:off x="0" y="0"/>
          <a:ext cx="0" cy="0"/>
          <a:chOff x="0" y="0"/>
          <a:chExt cx="0" cy="0"/>
        </a:xfrm>
      </p:grpSpPr>
      <p:sp>
        <p:nvSpPr>
          <p:cNvPr id="2" name="Title 1">
            <a:extLst>
              <a:ext uri="{88ACA9CB-86F0-4D51-A5AE-6E1135D83B99}">
                <a16:creationId xmlns:a16="http://schemas.microsoft.com/office/drawing/2010/main" id="{8F8B3385-AF94-4311-87FB-B09B42E3615D}"/>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Content Placeholder 2">
            <a:extLst>
              <a:ext uri="{3F6A7751-7C11-4E34-B4A6-139A43E99022}">
                <a16:creationId xmlns:a16="http://schemas.microsoft.com/office/drawing/2010/main" id="{8454E08B-DDD0-4174-9935-8121CA53A7C7}"/>
              </a:ext>
            </a:extLst>
          </p:cNvPr>
          <p:cNvSpPr>
            <a:spLocks noGrp="true"/>
          </p:cNvSpPr>
          <p:nvPr>
            <p:ph idx="1"/>
          </p:nvPr>
        </p:nvSpPr>
        <p:spPr>
          <a:xfrm rot="0">
            <a:off x="762000"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4" name="Content Placeholder 2">
            <a:extLst>
              <a:ext uri="{03BA3B87-F2AD-4096-BB49-BE75115254D8}">
                <a16:creationId xmlns:a16="http://schemas.microsoft.com/office/drawing/2010/main" id="{4C800C1A-2A81-4DD4-B82D-1768D087115C}"/>
              </a:ext>
            </a:extLst>
          </p:cNvPr>
          <p:cNvSpPr>
            <a:spLocks noGrp="true"/>
          </p:cNvSpPr>
          <p:nvPr>
            <p:ph idx="2"/>
          </p:nvPr>
        </p:nvSpPr>
        <p:spPr>
          <a:xfrm rot="0">
            <a:off x="4752975" y="1403352"/>
            <a:ext cx="3619500" cy="3069050"/>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6">
            <a:extLst>
              <a:ext uri="{C00B0DB7-FCE5-44EB-B21B-377BEE1A8E74}">
                <a16:creationId xmlns:a16="http://schemas.microsoft.com/office/drawing/2010/main" id="{6A923F6F-814B-4222-8A8A-BBBF04EE5B5E}"/>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5">
            <a:extLst>
              <a:ext uri="{D5270943-8D3C-4B15-B025-E0D528F99E12}">
                <a16:creationId xmlns:a16="http://schemas.microsoft.com/office/drawing/2010/main" id="{62B159D3-B2FF-4277-8DE0-835C917159EE}"/>
              </a:ext>
            </a:extLst>
          </p:cNvPr>
          <p:cNvSpPr>
            <a:spLocks noGrp="true"/>
          </p:cNvSpPr>
          <p:nvPr>
            <p:ph idx="11" sz="quarter" type="ftr"/>
          </p:nvPr>
        </p:nvSpPr>
        <p:spPr/>
        <p:txBody>
          <a:bodyPr rtlCol="0"/>
          <a:lstStyle/>
          <a:p>
            <a:pPr/>
            <a:r>
              <a:rPr dirty="0" lang="en-US"/>
              <a:t>Footer</a:t>
            </a:r>
            <a:endParaRPr dirty="0" lang="en-US"/>
          </a:p>
        </p:txBody>
      </p:sp>
      <p:sp>
        <p:nvSpPr>
          <p:cNvPr id="7" name="Date Placeholder 4">
            <a:extLst>
              <a:ext uri="{0718B43E-6A62-4903-A628-73525FE70E69}">
                <a16:creationId xmlns:a16="http://schemas.microsoft.com/office/drawing/2010/main" id="{34C5F2C8-EDE5-4B33-87F8-5220F8501F8B}"/>
              </a:ext>
            </a:extLst>
          </p:cNvPr>
          <p:cNvSpPr>
            <a:spLocks noGrp="true"/>
          </p:cNvSpPr>
          <p:nvPr>
            <p:ph idx="10" sz="half" type="dt"/>
          </p:nvPr>
        </p:nvSpPr>
        <p:spPr/>
        <p:txBody>
          <a:bodyPr rtlCol="0"/>
          <a:lstStyle/>
          <a:p>
            <a:pPr/>
            <a:r>
              <a:rPr dirty="0" lang="en-US"/>
              <a:t>Date</a:t>
            </a:r>
            <a:endParaRPr dirty="0" lang="en-US"/>
          </a:p>
        </p:txBody>
      </p:sp>
    </p:spTree>
    <p:extLst>
      <p:ext uri="{B61C1CFE-D034-42B5-9F00-71C3B06B4CAB}">
        <p14:creationId xmlns:p14="http://schemas.microsoft.com/office/powerpoint/2010/main" val="1782065428969"/>
      </p:ext>
    </p:extLst>
  </p:cSld>
  <p:clrMapOvr>
    <a:masterClrMapping/>
  </p:clrMapOvr>
</p:sldLayout>
</file>

<file path=ppt/slideLayouts/slideLayout5.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woTxTwoObj">
  <p:cSld name="Comparison">
    <p:spTree>
      <p:nvGrpSpPr>
        <p:cNvPr id="1" name=""/>
        <p:cNvGrpSpPr/>
        <p:nvPr/>
      </p:nvGrpSpPr>
      <p:grpSpPr>
        <a:xfrm>
          <a:off x="0" y="0"/>
          <a:ext cx="0" cy="0"/>
          <a:chOff x="0" y="0"/>
          <a:chExt cx="0" cy="0"/>
        </a:xfrm>
      </p:grpSpPr>
      <p:sp>
        <p:nvSpPr>
          <p:cNvPr id="2" name="Text Placeholder 2">
            <a:extLst>
              <a:ext uri="{34BACD86-BC87-4872-9C18-8A1F1CB7F295}">
                <a16:creationId xmlns:a16="http://schemas.microsoft.com/office/drawing/2010/main" id="{E4A63FB7-2DC7-4F2D-BCC2-2566903F6806}"/>
              </a:ext>
            </a:extLst>
          </p:cNvPr>
          <p:cNvSpPr>
            <a:spLocks noGrp="true"/>
          </p:cNvSpPr>
          <p:nvPr>
            <p:ph type="body"/>
          </p:nvPr>
        </p:nvSpPr>
        <p:spPr>
          <a:xfrm rot="0">
            <a:off x="762000"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3" name="Text Placeholder 4">
            <a:extLst>
              <a:ext uri="{809D442B-0D4E-4399-9E2F-F75ADA084690}">
                <a16:creationId xmlns:a16="http://schemas.microsoft.com/office/drawing/2010/main" id="{C0FB0F5A-283A-4CA3-8A9B-BDCD5FBBA113}"/>
              </a:ext>
            </a:extLst>
          </p:cNvPr>
          <p:cNvSpPr>
            <a:spLocks noGrp="true"/>
          </p:cNvSpPr>
          <p:nvPr>
            <p:ph idx="1" type="body"/>
          </p:nvPr>
        </p:nvSpPr>
        <p:spPr>
          <a:xfrm rot="0">
            <a:off x="4754717" y="1400175"/>
            <a:ext cx="3619500" cy="540644"/>
          </a:xfrm>
          <a:prstGeom prst="rect">
            <a:avLst/>
          </a:prstGeom>
        </p:spPr>
        <p:txBody>
          <a:bodyPr anchor="ctr" rtlCol="0">
            <a:normAutofit fontScale="100000" lnSpcReduction="0"/>
          </a:bodyPr>
          <a:lstStyle>
            <a:lvl1pPr indent="0" lvl="0" marL="0">
              <a:buNone/>
              <a:defRPr b="0" cap="none" dirty="0" i="0" lang="en-US" sz="1600">
                <a:solidFill>
                  <a:schemeClr val="accent1"/>
                </a:solidFill>
                <a:latin typeface="+mn-lt"/>
              </a:defRPr>
            </a:lvl1pPr>
            <a:lvl2pPr indent="0" lvl="1" marL="457200">
              <a:buNone/>
              <a:defRPr b="1" dirty="0" lang="en-US" sz="2000">
                <a:latin typeface="+mn-lt"/>
              </a:defRPr>
            </a:lvl2pPr>
            <a:lvl3pPr indent="0" lvl="2" marL="914400">
              <a:buNone/>
              <a:defRPr b="1" dirty="0" lang="en-US" sz="1800">
                <a:latin typeface="+mn-lt"/>
              </a:defRPr>
            </a:lvl3pPr>
            <a:lvl4pPr indent="0" lvl="3" marL="1371600">
              <a:buNone/>
              <a:defRPr b="1" dirty="0" lang="en-US" sz="1600">
                <a:latin typeface="+mn-lt"/>
              </a:defRPr>
            </a:lvl4pPr>
            <a:lvl5pPr indent="0" lvl="4" marL="1828800">
              <a:buNone/>
              <a:defRPr b="1" dirty="0" lang="en-US" sz="1600">
                <a:latin typeface="+mn-lt"/>
              </a:defRPr>
            </a:lvl5pPr>
            <a:lvl6pPr indent="0" lvl="5" marL="2286000">
              <a:buNone/>
              <a:defRPr b="1" dirty="0" lang="en-US" sz="1600">
                <a:latin typeface="+mn-lt"/>
              </a:defRPr>
            </a:lvl6pPr>
            <a:lvl7pPr indent="0" lvl="6" marL="2743200">
              <a:buNone/>
              <a:defRPr b="1" dirty="0" lang="en-US" sz="1600">
                <a:latin typeface="+mn-lt"/>
              </a:defRPr>
            </a:lvl7pPr>
            <a:lvl8pPr indent="0" lvl="7" marL="3200400">
              <a:buNone/>
              <a:defRPr b="1" dirty="0" lang="en-US" sz="1600">
                <a:latin typeface="+mn-lt"/>
              </a:defRPr>
            </a:lvl8pPr>
            <a:lvl9pPr indent="0" lvl="8" marL="3657600">
              <a:buNone/>
              <a:defRPr b="1" dirty="0" lang="en-US" sz="1600">
                <a:latin typeface="+mn-lt"/>
              </a:defRPr>
            </a:lvl9pPr>
          </a:lstStyle>
          <a:p>
            <a:pPr lvl="0"/>
            <a:r>
              <a:rPr dirty="0" lang="en-US"/>
              <a:t>Click to edit Master text styles</a:t>
            </a:r>
            <a:endParaRPr dirty="0" lang="en-US"/>
          </a:p>
        </p:txBody>
      </p:sp>
      <p:sp>
        <p:nvSpPr>
          <p:cNvPr id="4" name="Content Placeholder 2">
            <a:extLst>
              <a:ext uri="{F326AC8F-DC4A-4C66-BDDD-E8A3D929961C}">
                <a16:creationId xmlns:a16="http://schemas.microsoft.com/office/drawing/2010/main" id="{27C20C57-3F19-4DF0-87D6-6CB3A4E9521E}"/>
              </a:ext>
            </a:extLst>
          </p:cNvPr>
          <p:cNvSpPr>
            <a:spLocks noGrp="true"/>
          </p:cNvSpPr>
          <p:nvPr>
            <p:ph idx="2"/>
          </p:nvPr>
        </p:nvSpPr>
        <p:spPr>
          <a:xfrm rot="0">
            <a:off x="762000"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Title 1">
            <a:extLst>
              <a:ext uri="{A7AA5E80-45DE-4148-8C9F-C4D896A64351}">
                <a16:creationId xmlns:a16="http://schemas.microsoft.com/office/drawing/2010/main" id="{B2E528D0-A1DF-4735-9C8D-2BFCB37CBE7F}"/>
              </a:ext>
            </a:extLst>
          </p:cNvPr>
          <p:cNvSpPr>
            <a:spLocks noGrp="true"/>
          </p:cNvSpPr>
          <p:nvPr>
            <p:ph idx="3" type="title"/>
          </p:nvPr>
        </p:nvSpPr>
        <p:spPr/>
        <p:txBody>
          <a:bodyPr rtlCol="0"/>
          <a:lstStyle>
            <a:lvl1pPr lvl="0"/>
          </a:lstStyle>
          <a:p>
            <a:pPr/>
            <a:r>
              <a:rPr dirty="0" lang="en-US"/>
              <a:t>Click to edit Master title style</a:t>
            </a:r>
            <a:endParaRPr dirty="0" lang="en-US"/>
          </a:p>
        </p:txBody>
      </p:sp>
      <p:sp>
        <p:nvSpPr>
          <p:cNvPr id="6" name="Content Placeholder 2">
            <a:extLst>
              <a:ext uri="{B724A268-9551-4F45-A926-2569E5A95095}">
                <a16:creationId xmlns:a16="http://schemas.microsoft.com/office/drawing/2010/main" id="{5E44F941-80BB-48E7-8241-E01018D6320D}"/>
              </a:ext>
            </a:extLst>
          </p:cNvPr>
          <p:cNvSpPr>
            <a:spLocks noGrp="true"/>
          </p:cNvSpPr>
          <p:nvPr>
            <p:ph idx="4"/>
          </p:nvPr>
        </p:nvSpPr>
        <p:spPr>
          <a:xfrm rot="0">
            <a:off x="4751443" y="1961537"/>
            <a:ext cx="3619500" cy="251086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7" name="Date Placeholder 4">
            <a:extLst>
              <a:ext uri="{E00E8A39-2075-4B50-9553-948EE91864B6}">
                <a16:creationId xmlns:a16="http://schemas.microsoft.com/office/drawing/2010/main" id="{1F1E77E7-5A78-4BF5-9C8A-A3AAF526FF6E}"/>
              </a:ext>
            </a:extLst>
          </p:cNvPr>
          <p:cNvSpPr>
            <a:spLocks noGrp="true"/>
          </p:cNvSpPr>
          <p:nvPr>
            <p:ph idx="10" sz="half" type="dt"/>
          </p:nvPr>
        </p:nvSpPr>
        <p:spPr/>
        <p:txBody>
          <a:bodyPr rtlCol="0"/>
          <a:lstStyle/>
          <a:p>
            <a:pPr/>
            <a:r>
              <a:rPr dirty="0" lang="en-US"/>
              <a:t>Date</a:t>
            </a:r>
            <a:endParaRPr dirty="0" lang="en-US"/>
          </a:p>
        </p:txBody>
      </p:sp>
      <p:sp>
        <p:nvSpPr>
          <p:cNvPr id="8" name="Footer Placeholder 5">
            <a:extLst>
              <a:ext uri="{3544585D-D921-4A78-930A-379EBFFFCDD2}">
                <a16:creationId xmlns:a16="http://schemas.microsoft.com/office/drawing/2010/main" id="{130722CB-A6B2-4843-A101-9B2ECC55DE49}"/>
              </a:ext>
            </a:extLst>
          </p:cNvPr>
          <p:cNvSpPr>
            <a:spLocks noGrp="true"/>
          </p:cNvSpPr>
          <p:nvPr>
            <p:ph idx="11" sz="quarter" type="ftr"/>
          </p:nvPr>
        </p:nvSpPr>
        <p:spPr/>
        <p:txBody>
          <a:bodyPr rtlCol="0"/>
          <a:lstStyle/>
          <a:p>
            <a:pPr/>
            <a:r>
              <a:rPr dirty="0" lang="en-US"/>
              <a:t>Footer</a:t>
            </a:r>
            <a:endParaRPr dirty="0" lang="en-US"/>
          </a:p>
        </p:txBody>
      </p:sp>
      <p:sp>
        <p:nvSpPr>
          <p:cNvPr id="9" name="Slide Number Placeholder 6">
            <a:extLst>
              <a:ext uri="{A1F143F2-2F60-432E-B2B8-92A0C9FCE68B}">
                <a16:creationId xmlns:a16="http://schemas.microsoft.com/office/drawing/2010/main" id="{2B192620-C40F-423C-8775-48C96D7B1275}"/>
              </a:ext>
            </a:extLst>
          </p:cNvPr>
          <p:cNvSpPr>
            <a:spLocks noGrp="true"/>
          </p:cNvSpPr>
          <p:nvPr>
            <p:ph idx="12" sz="quarter" type="sldNum"/>
          </p:nvPr>
        </p:nvSpPr>
        <p:spPr/>
        <p:txBody>
          <a:bodyPr rtlCol="0"/>
          <a:lstStyle/>
          <a:p>
            <a:pPr/>
            <a:r>
              <a:rPr dirty="0" lang="en-US"/>
              <a:t>&lt;#&gt;</a:t>
            </a:r>
            <a:endParaRPr dirty="0" lang="en-US"/>
          </a:p>
        </p:txBody>
      </p:sp>
    </p:spTree>
    <p:extLst>
      <p:ext uri="{D759AD28-B2B1-4FC1-93D8-966C286BCEDE}">
        <p14:creationId xmlns:p14="http://schemas.microsoft.com/office/powerpoint/2010/main" val="1782065428971"/>
      </p:ext>
    </p:extLst>
  </p:cSld>
  <p:clrMapOvr>
    <a:masterClrMapping/>
  </p:clrMapOvr>
</p:sldLayout>
</file>

<file path=ppt/slideLayouts/slideLayout6.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titleOnly">
  <p:cSld name="Title Only">
    <p:spTree>
      <p:nvGrpSpPr>
        <p:cNvPr id="1" name=""/>
        <p:cNvGrpSpPr/>
        <p:nvPr/>
      </p:nvGrpSpPr>
      <p:grpSpPr>
        <a:xfrm>
          <a:off x="0" y="0"/>
          <a:ext cx="0" cy="0"/>
          <a:chOff x="0" y="0"/>
          <a:chExt cx="0" cy="0"/>
        </a:xfrm>
      </p:grpSpPr>
      <p:sp>
        <p:nvSpPr>
          <p:cNvPr id="2" name="Title 1">
            <a:extLst>
              <a:ext uri="{A7EF81DA-89B5-4F72-BA61-EB54BB6CF6E0}">
                <a16:creationId xmlns:a16="http://schemas.microsoft.com/office/drawing/2010/main" id="{B1E525EB-96EE-47C3-96E9-D5F59ED1C042}"/>
              </a:ext>
            </a:extLst>
          </p:cNvPr>
          <p:cNvSpPr>
            <a:spLocks noGrp="true"/>
          </p:cNvSpPr>
          <p:nvPr>
            <p:ph type="title"/>
          </p:nvPr>
        </p:nvSpPr>
        <p:spPr>
          <a:xfrm rot="0">
            <a:off x="762000" y="1914525"/>
            <a:ext cx="7620000" cy="857250"/>
          </a:xfrm>
        </p:spPr>
        <p:txBody>
          <a:bodyPr anchor="ctr" rtlCol="0"/>
          <a:lstStyle>
            <a:lvl1pPr algn="ctr" lvl="0">
              <a:defRPr dirty="0" lang="en-US" sz="3600"/>
            </a:lvl1pPr>
          </a:lstStyle>
          <a:p>
            <a:pPr/>
            <a:r>
              <a:rPr dirty="0" lang="en-US"/>
              <a:t>Click to edit Master title style</a:t>
            </a:r>
            <a:endParaRPr dirty="0" lang="en-US"/>
          </a:p>
        </p:txBody>
      </p:sp>
      <p:sp>
        <p:nvSpPr>
          <p:cNvPr id="3" name="Slide Number Placeholder 3">
            <a:extLst>
              <a:ext uri="{EC6D9456-AEC4-45DC-9D34-EDE9A0E753A5}">
                <a16:creationId xmlns:a16="http://schemas.microsoft.com/office/drawing/2010/main" id="{988D2EEA-BDE3-40A1-A4B5-5FC0FC1E1843}"/>
              </a:ext>
            </a:extLst>
          </p:cNvPr>
          <p:cNvSpPr>
            <a:spLocks noGrp="true"/>
          </p:cNvSpPr>
          <p:nvPr>
            <p:ph idx="12" sz="quarter" type="sldNum"/>
          </p:nvPr>
        </p:nvSpPr>
        <p:spPr/>
        <p:txBody>
          <a:bodyPr rtlCol="0"/>
          <a:lstStyle/>
          <a:p>
            <a:pPr/>
            <a:r>
              <a:rPr dirty="0" lang="en-US"/>
              <a:t>&lt;#&gt;</a:t>
            </a:r>
            <a:endParaRPr dirty="0" lang="en-US"/>
          </a:p>
        </p:txBody>
      </p:sp>
      <p:sp>
        <p:nvSpPr>
          <p:cNvPr id="4" name="Footer Placeholder 2">
            <a:extLst>
              <a:ext uri="{39948680-1BA9-4129-9A0D-F5867146DF1A}">
                <a16:creationId xmlns:a16="http://schemas.microsoft.com/office/drawing/2010/main" id="{FE85F57A-2C66-4DC0-9D04-F9930368DA5D}"/>
              </a:ext>
            </a:extLst>
          </p:cNvPr>
          <p:cNvSpPr>
            <a:spLocks noGrp="true"/>
          </p:cNvSpPr>
          <p:nvPr>
            <p:ph idx="11" sz="quarter" type="ftr"/>
          </p:nvPr>
        </p:nvSpPr>
        <p:spPr/>
        <p:txBody>
          <a:bodyPr rtlCol="0"/>
          <a:lstStyle/>
          <a:p>
            <a:pPr/>
            <a:r>
              <a:rPr dirty="0" lang="en-US"/>
              <a:t>Footer</a:t>
            </a:r>
            <a:endParaRPr dirty="0" lang="en-US"/>
          </a:p>
        </p:txBody>
      </p:sp>
      <p:sp>
        <p:nvSpPr>
          <p:cNvPr id="5" name="Date Placeholder 1">
            <a:extLst>
              <a:ext uri="{C7C17F24-CF59-4EF5-9171-D637DB696AB9}">
                <a16:creationId xmlns:a16="http://schemas.microsoft.com/office/drawing/2010/main" id="{C5F12249-6E9C-47DE-901E-8FA4B56F60C5}"/>
              </a:ext>
            </a:extLst>
          </p:cNvPr>
          <p:cNvSpPr>
            <a:spLocks noGrp="true"/>
          </p:cNvSpPr>
          <p:nvPr>
            <p:ph idx="10" sz="half" type="dt"/>
          </p:nvPr>
        </p:nvSpPr>
        <p:spPr/>
        <p:txBody>
          <a:bodyPr rtlCol="0"/>
          <a:lstStyle/>
          <a:p>
            <a:pPr/>
            <a:r>
              <a:rPr dirty="0" lang="en-US"/>
              <a:t>Date</a:t>
            </a:r>
            <a:endParaRPr dirty="0" lang="en-US"/>
          </a:p>
        </p:txBody>
      </p:sp>
    </p:spTree>
    <p:extLst>
      <p:ext uri="{6E0F5378-E3FB-4EFF-8B62-82C98610F24D}">
        <p14:creationId xmlns:p14="http://schemas.microsoft.com/office/powerpoint/2010/main" val="1782065428972"/>
      </p:ext>
    </p:extLst>
  </p:cSld>
  <p:clrMapOvr>
    <a:masterClrMapping/>
  </p:clrMapOvr>
</p:sldLayout>
</file>

<file path=ppt/slideLayouts/slideLayout7.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blank">
  <p:cSld name="Blank">
    <p:spTree>
      <p:nvGrpSpPr>
        <p:cNvPr id="1" name=""/>
        <p:cNvGrpSpPr/>
        <p:nvPr/>
      </p:nvGrpSpPr>
      <p:grpSpPr>
        <a:xfrm>
          <a:off x="0" y="0"/>
          <a:ext cx="0" cy="0"/>
          <a:chOff x="0" y="0"/>
          <a:chExt cx="0" cy="0"/>
        </a:xfrm>
      </p:grpSpPr>
      <p:sp>
        <p:nvSpPr>
          <p:cNvPr id="2" name="Slide Number Placeholder 3">
            <a:extLst>
              <a:ext uri="{070C4D80-1C17-49C3-9CE7-05FBAC5751F8}">
                <a16:creationId xmlns:a16="http://schemas.microsoft.com/office/drawing/2010/main" id="{26DC8BCA-A395-45B3-BC3F-3CBDE81AC94D}"/>
              </a:ext>
            </a:extLst>
          </p:cNvPr>
          <p:cNvSpPr>
            <a:spLocks noGrp="true"/>
          </p:cNvSpPr>
          <p:nvPr>
            <p:ph idx="12" sz="quarter" type="sldNum"/>
          </p:nvPr>
        </p:nvSpPr>
        <p:spPr/>
        <p:txBody>
          <a:bodyPr rtlCol="0"/>
          <a:lstStyle/>
          <a:p>
            <a:pPr/>
            <a:r>
              <a:rPr dirty="0" lang="en-US"/>
              <a:t>&lt;#&gt;</a:t>
            </a:r>
            <a:endParaRPr dirty="0" lang="en-US"/>
          </a:p>
        </p:txBody>
      </p:sp>
      <p:sp>
        <p:nvSpPr>
          <p:cNvPr id="3" name="Footer Placeholder 2">
            <a:extLst>
              <a:ext uri="{4C397455-1997-426D-99C0-B3DC3845DBDE}">
                <a16:creationId xmlns:a16="http://schemas.microsoft.com/office/drawing/2010/main" id="{0A5A742E-9B48-46D0-9D15-FF7482EE833F}"/>
              </a:ext>
            </a:extLst>
          </p:cNvPr>
          <p:cNvSpPr>
            <a:spLocks noGrp="true"/>
          </p:cNvSpPr>
          <p:nvPr>
            <p:ph idx="11" sz="quarter" type="ftr"/>
          </p:nvPr>
        </p:nvSpPr>
        <p:spPr/>
        <p:txBody>
          <a:bodyPr rtlCol="0"/>
          <a:lstStyle/>
          <a:p>
            <a:pPr/>
            <a:r>
              <a:rPr dirty="0" lang="en-US"/>
              <a:t>Footer</a:t>
            </a:r>
            <a:endParaRPr dirty="0" lang="en-US"/>
          </a:p>
        </p:txBody>
      </p:sp>
      <p:sp>
        <p:nvSpPr>
          <p:cNvPr id="4" name="Date Placeholder 1">
            <a:extLst>
              <a:ext uri="{20D77B99-845D-4B20-BA1B-799DD0B16226}">
                <a16:creationId xmlns:a16="http://schemas.microsoft.com/office/drawing/2010/main" id="{13F91326-7882-44A6-B5FF-7D3AF8ED2546}"/>
              </a:ext>
            </a:extLst>
          </p:cNvPr>
          <p:cNvSpPr>
            <a:spLocks noGrp="true"/>
          </p:cNvSpPr>
          <p:nvPr>
            <p:ph idx="10" sz="half" type="dt"/>
          </p:nvPr>
        </p:nvSpPr>
        <p:spPr/>
        <p:txBody>
          <a:bodyPr rtlCol="0"/>
          <a:lstStyle/>
          <a:p>
            <a:pPr/>
            <a:r>
              <a:rPr dirty="0" lang="en-US"/>
              <a:t>Date</a:t>
            </a:r>
            <a:endParaRPr dirty="0" lang="en-US"/>
          </a:p>
        </p:txBody>
      </p:sp>
    </p:spTree>
    <p:extLst>
      <p:ext uri="{B03DE3CD-01A3-494A-9FBF-BCBEC87D0321}">
        <p14:creationId xmlns:p14="http://schemas.microsoft.com/office/powerpoint/2010/main" val="1782065428973"/>
      </p:ext>
    </p:extLst>
  </p:cSld>
  <p:clrMapOvr>
    <a:masterClrMapping/>
  </p:clrMapOvr>
</p:sldLayout>
</file>

<file path=ppt/slideLayouts/slideLayout8.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showMasterSp="true" type="objTx">
  <p:cSld name="Content with Caption">
    <p:spTree>
      <p:nvGrpSpPr>
        <p:cNvPr id="1" name=""/>
        <p:cNvGrpSpPr/>
        <p:nvPr/>
      </p:nvGrpSpPr>
      <p:grpSpPr>
        <a:xfrm>
          <a:off x="0" y="0"/>
          <a:ext cx="0" cy="0"/>
          <a:chOff x="0" y="0"/>
          <a:chExt cx="0" cy="0"/>
        </a:xfrm>
      </p:grpSpPr>
      <p:sp>
        <p:nvSpPr>
          <p:cNvPr id="2" name="Title 1">
            <a:extLst>
              <a:ext uri="{156D4A67-C30D-453A-851D-98BBE08455EF}">
                <a16:creationId xmlns:a16="http://schemas.microsoft.com/office/drawing/2010/main" id="{E57113AA-E199-4A0D-B4A7-52F3DD50A1EE}"/>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Text Placeholder 3">
            <a:extLst>
              <a:ext uri="{A0F85615-12BC-4282-9ADF-08BD28195406}">
                <a16:creationId xmlns:a16="http://schemas.microsoft.com/office/drawing/2010/main" id="{2F8C9861-2412-420B-B808-31E3E1224439}"/>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4" name="Content Placeholder 2">
            <a:extLst>
              <a:ext uri="{482AAF8F-AD76-4F16-A285-5496ACF60DA0}">
                <a16:creationId xmlns:a16="http://schemas.microsoft.com/office/drawing/2010/main" id="{F2650AF9-5E73-429F-B3BF-9B084A0FE9D3}"/>
              </a:ext>
            </a:extLst>
          </p:cNvPr>
          <p:cNvSpPr>
            <a:spLocks noGrp="true"/>
          </p:cNvSpPr>
          <p:nvPr>
            <p:ph idx="2"/>
          </p:nvPr>
        </p:nvSpPr>
        <p:spPr>
          <a:xfrm rot="0">
            <a:off x="3776758" y="1447800"/>
            <a:ext cx="4605242" cy="3000375"/>
          </a:xfrm>
        </p:spPr>
        <p:txBody>
          <a:bodyPr rtlCol="0"/>
          <a:lstStyle>
            <a:lvl1pPr lvl="0"/>
            <a:lvl2pPr lvl="1"/>
            <a:lvl3pPr lvl="2"/>
            <a:lvl4pPr lvl="3"/>
            <a:lvl5pPr lvl="4"/>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id="5" name="Slide Number Placeholder 3">
            <a:extLst>
              <a:ext uri="{035CE975-9DC3-4871-895D-58EA8F45CBAE}">
                <a16:creationId xmlns:a16="http://schemas.microsoft.com/office/drawing/2010/main" id="{FCAE0401-6F7C-4E79-9E9B-FCD957745A0A}"/>
              </a:ext>
            </a:extLst>
          </p:cNvPr>
          <p:cNvSpPr>
            <a:spLocks noGrp="true"/>
          </p:cNvSpPr>
          <p:nvPr>
            <p:ph idx="12" sz="quarter" type="sldNum"/>
          </p:nvPr>
        </p:nvSpPr>
        <p:spPr/>
        <p:txBody>
          <a:bodyPr rtlCol="0"/>
          <a:lstStyle/>
          <a:p>
            <a:pPr/>
            <a:r>
              <a:rPr dirty="0" lang="en-US"/>
              <a:t>&lt;#&gt;</a:t>
            </a:r>
            <a:endParaRPr dirty="0" lang="en-US"/>
          </a:p>
        </p:txBody>
      </p:sp>
      <p:sp>
        <p:nvSpPr>
          <p:cNvPr id="6" name="Footer Placeholder 2">
            <a:extLst>
              <a:ext uri="{5102A270-7D1B-4EAA-A4F2-3F076EBF2C11}">
                <a16:creationId xmlns:a16="http://schemas.microsoft.com/office/drawing/2010/main" id="{CF0E1C06-37BF-469D-A6D3-8DB5C57F7D59}"/>
              </a:ext>
            </a:extLst>
          </p:cNvPr>
          <p:cNvSpPr>
            <a:spLocks noGrp="true"/>
          </p:cNvSpPr>
          <p:nvPr>
            <p:ph idx="11" sz="quarter" type="ftr"/>
          </p:nvPr>
        </p:nvSpPr>
        <p:spPr/>
        <p:txBody>
          <a:bodyPr rtlCol="0"/>
          <a:lstStyle/>
          <a:p>
            <a:pPr/>
            <a:r>
              <a:rPr dirty="0" lang="en-US"/>
              <a:t>Footer</a:t>
            </a:r>
            <a:endParaRPr dirty="0" lang="en-US"/>
          </a:p>
        </p:txBody>
      </p:sp>
      <p:sp>
        <p:nvSpPr>
          <p:cNvPr id="7" name="Date Placeholder 1">
            <a:extLst>
              <a:ext uri="{951394C3-F285-448F-A2AB-686CEAB9EE45}">
                <a16:creationId xmlns:a16="http://schemas.microsoft.com/office/drawing/2010/main" id="{D19F3611-4FB6-466E-BA53-CBA32C392EAC}"/>
              </a:ext>
            </a:extLst>
          </p:cNvPr>
          <p:cNvSpPr>
            <a:spLocks noGrp="true"/>
          </p:cNvSpPr>
          <p:nvPr>
            <p:ph idx="10" sz="half" type="dt"/>
          </p:nvPr>
        </p:nvSpPr>
        <p:spPr/>
        <p:txBody>
          <a:bodyPr rtlCol="0"/>
          <a:lstStyle/>
          <a:p>
            <a:pPr/>
            <a:r>
              <a:rPr dirty="0" lang="en-US"/>
              <a:t>Date</a:t>
            </a:r>
            <a:endParaRPr dirty="0" lang="en-US"/>
          </a:p>
        </p:txBody>
      </p:sp>
    </p:spTree>
    <p:extLst>
      <p:ext uri="{DE803C51-A0C3-4612-9D10-18816BA26CC3}">
        <p14:creationId xmlns:p14="http://schemas.microsoft.com/office/powerpoint/2010/main" val="1782065428974"/>
      </p:ext>
    </p:extLst>
  </p:cSld>
  <p:clrMapOvr>
    <a:masterClrMapping/>
  </p:clrMapOvr>
</p:sldLayout>
</file>

<file path=ppt/slideLayouts/slideLayout9.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type="picTx">
  <p:cSld name="Picture with Caption">
    <p:spTree>
      <p:nvGrpSpPr>
        <p:cNvPr id="1" name=""/>
        <p:cNvGrpSpPr/>
        <p:nvPr/>
      </p:nvGrpSpPr>
      <p:grpSpPr>
        <a:xfrm>
          <a:off x="0" y="0"/>
          <a:ext cx="0" cy="0"/>
          <a:chOff x="0" y="0"/>
          <a:chExt cx="0" cy="0"/>
        </a:xfrm>
      </p:grpSpPr>
      <p:sp>
        <p:nvSpPr>
          <p:cNvPr id="2" name="Rectangle 16">
            <a:extLst>
              <a:ext uri="{EE7DF273-F5CE-4440-946F-C3D8B6B63B08}">
                <a16:creationId xmlns:a16="http://schemas.microsoft.com/office/drawing/2010/main" id="{91DD6D01-CE56-489B-B220-BF91075BD081}"/>
              </a:ext>
            </a:extLst>
          </p:cNvPr>
          <p:cNvSpPr/>
          <p:nvPr/>
        </p:nvSpPr>
        <p:spPr>
          <a:xfrm rot="0">
            <a:off x="3718307" y="1437411"/>
            <a:ext cx="4663693" cy="3037029"/>
          </a:xfrm>
          <a:prstGeom prst="rect">
            <a:avLst/>
          </a:prstGeom>
          <a:noFill/>
          <a:ln cap="flat" w="6350">
            <a:solidFill>
              <a:schemeClr val="bg1">
                <a:lumMod val="75000"/>
              </a:schemeClr>
            </a:solidFill>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3" name="Title 1">
            <a:extLst>
              <a:ext uri="{839F8B52-F474-42A0-828A-AD28BBDF7FF0}">
                <a16:creationId xmlns:a16="http://schemas.microsoft.com/office/drawing/2010/main" id="{94B04529-735A-422C-816B-B06DDE18D575}"/>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4" name="Text Placeholder 3">
            <a:extLst>
              <a:ext uri="{8EF27286-F57F-45A4-B5DB-FA5BCB814BDA}">
                <a16:creationId xmlns:a16="http://schemas.microsoft.com/office/drawing/2010/main" id="{2785C4CE-1052-4219-AEA4-53DAC33FC137}"/>
              </a:ext>
            </a:extLst>
          </p:cNvPr>
          <p:cNvSpPr>
            <a:spLocks noGrp="true"/>
          </p:cNvSpPr>
          <p:nvPr>
            <p:ph idx="1" type="body"/>
          </p:nvPr>
        </p:nvSpPr>
        <p:spPr>
          <a:xfrm rot="0">
            <a:off x="762000" y="1455900"/>
            <a:ext cx="2822399" cy="2984400"/>
          </a:xfrm>
        </p:spPr>
        <p:txBody>
          <a:bodyPr anchor="t" bIns="45720" lIns="91440" rIns="91440" rtlCol="0" tIns="93600">
            <a:normAutofit/>
          </a:bodyPr>
          <a:lstStyle>
            <a:lvl1pPr indent="0" lvl="0" marL="0">
              <a:lnSpc>
                <a:spcPct val="100000"/>
              </a:lnSpc>
              <a:buNone/>
              <a:defRPr b="0" dirty="0" lang="en-US">
                <a:latin typeface="+mn-lt"/>
              </a:defRPr>
            </a:lvl1pPr>
          </a:lstStyle>
          <a:p>
            <a:pPr/>
            <a:r>
              <a:rPr dirty="0" lang="en-US"/>
              <a:t>Click to edit Master text styles</a:t>
            </a:r>
            <a:endParaRPr dirty="0" lang="en-US"/>
          </a:p>
        </p:txBody>
      </p:sp>
      <p:sp>
        <p:nvSpPr>
          <p:cNvPr id="5" name="Picture Placeholder 2">
            <a:extLst>
              <a:ext uri="{6326ED24-5A6C-4C0F-9A49-B983BDC21848}">
                <a16:creationId xmlns:a16="http://schemas.microsoft.com/office/drawing/2010/main" id="{629E6BA0-2C23-440B-8DD3-1590D987923F}"/>
              </a:ext>
            </a:extLst>
          </p:cNvPr>
          <p:cNvSpPr>
            <a:spLocks noGrp="true"/>
          </p:cNvSpPr>
          <p:nvPr>
            <p:ph idx="2" type="pic"/>
          </p:nvPr>
        </p:nvSpPr>
        <p:spPr>
          <a:xfrm rot="0">
            <a:off x="3775220" y="1492944"/>
            <a:ext cx="4543283" cy="2925962"/>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Slide Number Placeholder 4">
            <a:extLst>
              <a:ext uri="{B638A53C-3F6F-46D0-8586-4D7C56AEC5DA}">
                <a16:creationId xmlns:a16="http://schemas.microsoft.com/office/drawing/2010/main" id="{922DE29D-952F-456F-A985-E30C455F24AA}"/>
              </a:ext>
            </a:extLst>
          </p:cNvPr>
          <p:cNvSpPr>
            <a:spLocks noGrp="true"/>
          </p:cNvSpPr>
          <p:nvPr>
            <p:ph idx="12" sz="quarter" type="sldNum"/>
          </p:nvPr>
        </p:nvSpPr>
        <p:spPr/>
        <p:txBody>
          <a:bodyPr rtlCol="0"/>
          <a:lstStyle/>
          <a:p>
            <a:pPr/>
            <a:r>
              <a:rPr dirty="0" lang="en-US"/>
              <a:t>&lt;#&gt;</a:t>
            </a:r>
            <a:endParaRPr dirty="0" lang="en-US"/>
          </a:p>
        </p:txBody>
      </p:sp>
      <p:sp>
        <p:nvSpPr>
          <p:cNvPr id="7" name="Footer Placeholder 3">
            <a:extLst>
              <a:ext uri="{31DE2CF4-CB51-4FC0-9A80-4B271B445FE6}">
                <a16:creationId xmlns:a16="http://schemas.microsoft.com/office/drawing/2010/main" id="{A03983E0-DE5C-4A14-9F44-0C7BDA959660}"/>
              </a:ext>
            </a:extLst>
          </p:cNvPr>
          <p:cNvSpPr>
            <a:spLocks noGrp="true"/>
          </p:cNvSpPr>
          <p:nvPr>
            <p:ph idx="11" sz="quarter" type="ftr"/>
          </p:nvPr>
        </p:nvSpPr>
        <p:spPr/>
        <p:txBody>
          <a:bodyPr rtlCol="0"/>
          <a:lstStyle/>
          <a:p>
            <a:pPr/>
            <a:r>
              <a:rPr dirty="0" lang="en-US"/>
              <a:t>Footer</a:t>
            </a:r>
            <a:endParaRPr dirty="0" lang="en-US"/>
          </a:p>
        </p:txBody>
      </p:sp>
      <p:sp>
        <p:nvSpPr>
          <p:cNvPr id="8" name="Date Placeholder 1">
            <a:extLst>
              <a:ext uri="{A36706DB-5D1A-4E45-83B2-A5107B068F1F}">
                <a16:creationId xmlns:a16="http://schemas.microsoft.com/office/drawing/2010/main" id="{56F2D562-7454-4303-B659-8ED64F79423F}"/>
              </a:ext>
            </a:extLst>
          </p:cNvPr>
          <p:cNvSpPr>
            <a:spLocks noGrp="true"/>
          </p:cNvSpPr>
          <p:nvPr>
            <p:ph idx="10" sz="half" type="dt"/>
          </p:nvPr>
        </p:nvSpPr>
        <p:spPr/>
        <p:txBody>
          <a:bodyPr rtlCol="0"/>
          <a:lstStyle/>
          <a:p>
            <a:pPr/>
            <a:r>
              <a:rPr dirty="0" lang="en-US"/>
              <a:t>Date</a:t>
            </a:r>
            <a:endParaRPr dirty="0" lang="en-US"/>
          </a:p>
        </p:txBody>
      </p:sp>
    </p:spTree>
    <p:extLst>
      <p:ext uri="{625C4E90-0274-40DF-BD70-87A04599CE9D}">
        <p14:creationId xmlns:p14="http://schemas.microsoft.com/office/powerpoint/2010/main" val="1782065428976"/>
      </p:ext>
    </p:extLst>
  </p:cSld>
  <p:clrMapOvr>
    <a:masterClrMapping/>
  </p:clrMapOvr>
</p:sldLayout>
</file>

<file path=ppt/slideLayouts/slideLayout10.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Text, and Images">
    <p:spTree>
      <p:nvGrpSpPr>
        <p:cNvPr id="1" name=""/>
        <p:cNvGrpSpPr/>
        <p:nvPr/>
      </p:nvGrpSpPr>
      <p:grpSpPr>
        <a:xfrm>
          <a:off x="0" y="0"/>
          <a:ext cx="0" cy="0"/>
          <a:chOff x="0" y="0"/>
          <a:chExt cx="0" cy="0"/>
        </a:xfrm>
      </p:grpSpPr>
      <p:sp>
        <p:nvSpPr>
          <p:cNvPr id="2" name="Rectangle 19">
            <a:extLst>
              <a:ext uri="{1B844629-2DF6-4033-85AC-6888CB118CEE}">
                <a16:creationId xmlns:a16="http://schemas.microsoft.com/office/drawing/2010/main" id="{F17F4A33-F581-4993-B301-79190BB6B9C5}"/>
              </a:ext>
            </a:extLst>
          </p:cNvPr>
          <p:cNvSpPr/>
          <p:nvPr/>
        </p:nvSpPr>
        <p:spPr>
          <a:xfrm rot="0">
            <a:off x="774703" y="1417637"/>
            <a:ext cx="185052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3" name="Rectangle 20">
            <a:extLst>
              <a:ext uri="{B12AD16D-7932-4698-8F77-4947079E6376}">
                <a16:creationId xmlns:a16="http://schemas.microsoft.com/office/drawing/2010/main" id="{F6F6576C-718F-4700-A937-762466BC8E01}"/>
              </a:ext>
            </a:extLst>
          </p:cNvPr>
          <p:cNvSpPr/>
          <p:nvPr/>
        </p:nvSpPr>
        <p:spPr>
          <a:xfrm rot="0">
            <a:off x="2774950" y="1417637"/>
            <a:ext cx="3580319" cy="2192337"/>
          </a:xfrm>
          <a:prstGeom prst="rect">
            <a:avLst/>
          </a:pr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4" name="Rectangle 22">
            <a:extLst>
              <a:ext uri="{40834BDD-1520-4A4A-94F7-8BD25C0E37A0}">
                <a16:creationId xmlns:a16="http://schemas.microsoft.com/office/drawing/2010/main" id="{F2C3F47C-B1DB-4BD1-84CB-F241B956E196}"/>
              </a:ext>
            </a:extLst>
          </p:cNvPr>
          <p:cNvSpPr/>
          <p:nvPr/>
        </p:nvSpPr>
        <p:spPr>
          <a:xfrm rot="0">
            <a:off x="6496050" y="1417637"/>
            <a:ext cx="1882776" cy="2192337"/>
          </a:xfrm>
          <a:custGeom>
            <a:avLst/>
            <a:gdLst/>
            <a:ahLst/>
            <a:cxnLst/>
            <a:rect b="b" l="0" r="r" t="0"/>
            <a:pathLst>
              <a:path h="2192337" w="1882776">
                <a:moveTo>
                  <a:pt x="9525" y="0"/>
                </a:moveTo>
                <a:lnTo>
                  <a:pt x="1882777" y="0"/>
                </a:lnTo>
                <a:lnTo>
                  <a:pt x="1882777" y="2192337"/>
                </a:lnTo>
                <a:lnTo>
                  <a:pt x="9525" y="2192337"/>
                </a:lnTo>
                <a:close/>
              </a:path>
            </a:pathLst>
          </a:custGeom>
          <a:noFill/>
          <a:ln cap="flat" w="6350">
            <a:solidFill>
              <a:schemeClr val="tx1">
                <a:alpha val="48000"/>
                <a:lumMod val="50000"/>
                <a:lumOff val="50000"/>
              </a:schemeClr>
            </a:solidFill>
            <a:prstDash val="solid"/>
            <a:miter lim="800000"/>
          </a:ln>
          <a:effectLst/>
        </p:spPr>
        <p:style>
          <a:lnRef idx="1">
            <a:schemeClr val="accent1"/>
          </a:lnRef>
          <a:fillRef idx="3">
            <a:schemeClr val="accent1"/>
          </a:fillRef>
          <a:effectRef idx="0">
            <a:schemeClr val="accent1"/>
          </a:effectRef>
          <a:fontRef idx="minor">
            <a:srgbClr val="ffffff"/>
          </a:fontRef>
        </p:style>
        <p:txBody>
          <a:bodyPr anchor="ctr" rtlCol="0"/>
          <a:lstStyle/>
          <a:p>
            <a:pPr/>
            <a:r>
              <a:rPr dirty="0" lang="en-US">
                <a:latin typeface="+mn-lt"/>
              </a:rPr>
              <a:t/>
            </a:r>
            <a:endParaRPr dirty="0" lang="en-US">
              <a:latin typeface="+mn-lt"/>
            </a:endParaRPr>
          </a:p>
        </p:txBody>
      </p:sp>
      <p:sp>
        <p:nvSpPr>
          <p:cNvPr id="5" name="Title 1">
            <a:extLst>
              <a:ext uri="{1A388B72-A1CA-4643-92A5-F2239D1CF233}">
                <a16:creationId xmlns:a16="http://schemas.microsoft.com/office/drawing/2010/main" id="{3BE8674F-2C4F-4B5F-AE79-F6581031181E}"/>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6" name="Picture Placeholder 2">
            <a:extLst>
              <a:ext uri="{6DFFF6B9-5E11-405C-A0F1-7230CBF39983}">
                <a16:creationId xmlns:a16="http://schemas.microsoft.com/office/drawing/2010/main" id="{7BFEED88-BA60-40D6-81E0-60E80FD839DB}"/>
              </a:ext>
            </a:extLst>
          </p:cNvPr>
          <p:cNvSpPr>
            <a:spLocks noGrp="true"/>
          </p:cNvSpPr>
          <p:nvPr>
            <p:ph idx="1" type="pic"/>
          </p:nvPr>
        </p:nvSpPr>
        <p:spPr>
          <a:xfrm rot="0">
            <a:off x="835027" y="1474787"/>
            <a:ext cx="1723499"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Content Placeholder 2">
            <a:extLst>
              <a:ext uri="{3644EC6A-BD0C-47CC-B413-608511E822E8}">
                <a16:creationId xmlns:a16="http://schemas.microsoft.com/office/drawing/2010/main" id="{65E69313-BA31-4D5B-85F3-DFE5373301CD}"/>
              </a:ext>
            </a:extLst>
          </p:cNvPr>
          <p:cNvSpPr>
            <a:spLocks noGrp="true"/>
          </p:cNvSpPr>
          <p:nvPr>
            <p:ph idx="2" type="body"/>
          </p:nvPr>
        </p:nvSpPr>
        <p:spPr>
          <a:xfrm rot="0">
            <a:off x="762000" y="3810000"/>
            <a:ext cx="1847850"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8" name="Picture Placeholder 2">
            <a:extLst>
              <a:ext uri="{2C0CFD47-4811-40FF-BF7E-0580BFF7946B}">
                <a16:creationId xmlns:a16="http://schemas.microsoft.com/office/drawing/2010/main" id="{6B3C236A-1A6E-41A9-82BD-F70806F97816}"/>
              </a:ext>
            </a:extLst>
          </p:cNvPr>
          <p:cNvSpPr>
            <a:spLocks noGrp="true"/>
          </p:cNvSpPr>
          <p:nvPr>
            <p:ph idx="3" type="pic"/>
          </p:nvPr>
        </p:nvSpPr>
        <p:spPr>
          <a:xfrm rot="0">
            <a:off x="2835275" y="1474787"/>
            <a:ext cx="3459670"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9" name="Content Placeholder 2">
            <a:extLst>
              <a:ext uri="{6A3907A0-B1CB-44CD-BB23-3AD9EE06F75B}">
                <a16:creationId xmlns:a16="http://schemas.microsoft.com/office/drawing/2010/main" id="{10A2FDBF-EE83-4575-A968-7086195A8161}"/>
              </a:ext>
            </a:extLst>
          </p:cNvPr>
          <p:cNvSpPr>
            <a:spLocks noGrp="true"/>
          </p:cNvSpPr>
          <p:nvPr>
            <p:ph idx="4" type="body"/>
          </p:nvPr>
        </p:nvSpPr>
        <p:spPr>
          <a:xfrm rot="0">
            <a:off x="2777561" y="3810000"/>
            <a:ext cx="3577708"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0" name="Picture Placeholder 2">
            <a:extLst>
              <a:ext uri="{FE69368D-3AE7-4740-900E-46B8548C22C1}">
                <a16:creationId xmlns:a16="http://schemas.microsoft.com/office/drawing/2010/main" id="{7BA3F566-56EE-40C0-9810-B0D0ED7EA82E}"/>
              </a:ext>
            </a:extLst>
          </p:cNvPr>
          <p:cNvSpPr>
            <a:spLocks noGrp="true"/>
          </p:cNvSpPr>
          <p:nvPr>
            <p:ph idx="5" type="pic"/>
          </p:nvPr>
        </p:nvSpPr>
        <p:spPr>
          <a:xfrm rot="0">
            <a:off x="6581774" y="1474787"/>
            <a:ext cx="1724025" cy="2074863"/>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11" name="Content Placeholder 2">
            <a:extLst>
              <a:ext uri="{493E0C75-4B18-4E99-96BE-26E0909B0C28}">
                <a16:creationId xmlns:a16="http://schemas.microsoft.com/office/drawing/2010/main" id="{87061801-76C7-40C9-978E-E6C81FC57F03}"/>
              </a:ext>
            </a:extLst>
          </p:cNvPr>
          <p:cNvSpPr>
            <a:spLocks noGrp="true"/>
          </p:cNvSpPr>
          <p:nvPr>
            <p:ph idx="6" type="body"/>
          </p:nvPr>
        </p:nvSpPr>
        <p:spPr>
          <a:xfrm rot="0">
            <a:off x="6496050" y="3810000"/>
            <a:ext cx="1882775" cy="523875"/>
          </a:xfrm>
          <a:prstGeom prst="rect">
            <a:avLst/>
          </a:prstGeom>
        </p:spPr>
        <p:txBody>
          <a:bodyPr anchor="t" rtlCol="0">
            <a:normAutofit/>
          </a:bodyPr>
          <a:lstStyle>
            <a:lvl1pPr algn="ctr" indent="0" lvl="0" marL="0">
              <a:lnSpc>
                <a:spcPct val="100000"/>
              </a:lnSpc>
              <a:buNone/>
              <a:defRPr b="0" dirty="0" lang="en-US" sz="1200">
                <a:solidFill>
                  <a:schemeClr val="tx1">
                    <a:lumMod val="85000"/>
                    <a:lumOff val="15000"/>
                  </a:schemeClr>
                </a:solidFill>
                <a:latin typeface="+mn-lt"/>
              </a:defRPr>
            </a:lvl1pPr>
            <a:lvl2pPr lvl="1">
              <a:lnSpc>
                <a:spcPct val="129999"/>
              </a:lnSpc>
              <a:defRPr dirty="0" lang="en-US" sz="1000">
                <a:solidFill>
                  <a:schemeClr val="bg1">
                    <a:lumMod val="65000"/>
                  </a:schemeClr>
                </a:solidFill>
              </a:defRPr>
            </a:lvl2pPr>
            <a:lvl3pPr lvl="2">
              <a:lnSpc>
                <a:spcPts val="1200"/>
              </a:lnSpc>
              <a:defRPr dirty="0" i="1" lang="en-US" sz="1050">
                <a:solidFill>
                  <a:schemeClr val="tx2">
                    <a:lumMod val="50000"/>
                    <a:lumOff val="50000"/>
                  </a:schemeClr>
                </a:solidFill>
              </a:defRPr>
            </a:lvl3pPr>
            <a:lvl4pPr lvl="3">
              <a:lnSpc>
                <a:spcPts val="1200"/>
              </a:lnSpc>
              <a:defRPr dirty="0" i="0" lang="en-US" sz="1050">
                <a:solidFill>
                  <a:schemeClr val="tx2">
                    <a:lumMod val="50000"/>
                    <a:lumOff val="50000"/>
                  </a:schemeClr>
                </a:solidFill>
              </a:defRPr>
            </a:lvl4pPr>
            <a:lvl5pPr lvl="4">
              <a:lnSpc>
                <a:spcPts val="1200"/>
              </a:lnSpc>
              <a:buChar char="»"/>
              <a:buFont typeface="Arial"/>
              <a:defRPr dirty="0" i="1" lang="en-US" sz="1050">
                <a:solidFill>
                  <a:schemeClr val="tx2">
                    <a:lumMod val="50000"/>
                    <a:lumOff val="50000"/>
                  </a:schemeClr>
                </a:solidFill>
              </a:defRPr>
            </a:lvl5pPr>
          </a:lstStyle>
          <a:p>
            <a:pPr lvl="0"/>
            <a:r>
              <a:rPr dirty="0" lang="en-US"/>
              <a:t>Click to edit Master text styles</a:t>
            </a:r>
            <a:endParaRPr dirty="0" lang="en-US"/>
          </a:p>
        </p:txBody>
      </p:sp>
      <p:sp>
        <p:nvSpPr>
          <p:cNvPr id="12" name="Slide Number Placeholder 4">
            <a:extLst>
              <a:ext uri="{BE59B146-2BB6-43AB-89D8-AB50A8108206}">
                <a16:creationId xmlns:a16="http://schemas.microsoft.com/office/drawing/2010/main" id="{3DD65BDB-E5C4-4F7C-963B-CC972C8C8F1F}"/>
              </a:ext>
            </a:extLst>
          </p:cNvPr>
          <p:cNvSpPr>
            <a:spLocks noGrp="true"/>
          </p:cNvSpPr>
          <p:nvPr>
            <p:ph idx="12" sz="quarter" type="sldNum"/>
          </p:nvPr>
        </p:nvSpPr>
        <p:spPr/>
        <p:txBody>
          <a:bodyPr rtlCol="0"/>
          <a:lstStyle/>
          <a:p>
            <a:pPr/>
            <a:r>
              <a:rPr dirty="0" lang="en-US"/>
              <a:t>&lt;#&gt;</a:t>
            </a:r>
            <a:endParaRPr dirty="0" lang="en-US"/>
          </a:p>
        </p:txBody>
      </p:sp>
      <p:sp>
        <p:nvSpPr>
          <p:cNvPr id="13" name="Footer Placeholder 3">
            <a:extLst>
              <a:ext uri="{075EF55A-C5BF-4232-B6D8-A17C12A5BA0B}">
                <a16:creationId xmlns:a16="http://schemas.microsoft.com/office/drawing/2010/main" id="{722100D7-5DFE-467B-B2AD-84EC30B92E02}"/>
              </a:ext>
            </a:extLst>
          </p:cNvPr>
          <p:cNvSpPr>
            <a:spLocks noGrp="true"/>
          </p:cNvSpPr>
          <p:nvPr>
            <p:ph idx="11" sz="quarter" type="ftr"/>
          </p:nvPr>
        </p:nvSpPr>
        <p:spPr/>
        <p:txBody>
          <a:bodyPr rtlCol="0"/>
          <a:lstStyle/>
          <a:p>
            <a:pPr/>
            <a:r>
              <a:rPr dirty="0" lang="en-US"/>
              <a:t>Footer</a:t>
            </a:r>
            <a:endParaRPr dirty="0" lang="en-US"/>
          </a:p>
        </p:txBody>
      </p:sp>
      <p:sp>
        <p:nvSpPr>
          <p:cNvPr id="14" name="Date Placeholder 1">
            <a:extLst>
              <a:ext uri="{64899B4E-7B0D-4836-B29E-E7E86CD81FCB}">
                <a16:creationId xmlns:a16="http://schemas.microsoft.com/office/drawing/2010/main" id="{42D65BD1-CE48-4052-B0B5-7551E0CBEF03}"/>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83604095-FE4D-457E-BFCF-7181A6EDD871}">
        <p14:creationId xmlns:p14="http://schemas.microsoft.com/office/powerpoint/2010/main" val="1782065428980"/>
      </p:ext>
    </p:extLst>
  </p:cSld>
  <p:clrMapOvr>
    <a:masterClrMapping/>
  </p:clrMapOvr>
</p:sldLayout>
</file>

<file path=ppt/slideLayouts/slideLayout11.xml><?xml version="1.0" encoding="utf-8"?>
<p:sldLayou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reserve="1" userDrawn="1">
  <p:cSld name="Title and Images">
    <p:spTree>
      <p:nvGrpSpPr>
        <p:cNvPr id="1" name=""/>
        <p:cNvGrpSpPr/>
        <p:nvPr/>
      </p:nvGrpSpPr>
      <p:grpSpPr>
        <a:xfrm>
          <a:off x="0" y="0"/>
          <a:ext cx="0" cy="0"/>
          <a:chOff x="0" y="0"/>
          <a:chExt cx="0" cy="0"/>
        </a:xfrm>
      </p:grpSpPr>
      <p:sp>
        <p:nvSpPr>
          <p:cNvPr id="2" name="Title 1">
            <a:extLst>
              <a:ext uri="{C0F0538B-C0B6-4B4D-B12A-DE85EAC6AD32}">
                <a16:creationId xmlns:a16="http://schemas.microsoft.com/office/drawing/2010/main" id="{F1AE6A08-6905-409D-BD45-764B404EE180}"/>
              </a:ext>
            </a:extLst>
          </p:cNvPr>
          <p:cNvSpPr>
            <a:spLocks noGrp="true"/>
          </p:cNvSpPr>
          <p:nvPr>
            <p:ph type="title"/>
          </p:nvPr>
        </p:nvSpPr>
        <p:spPr/>
        <p:txBody>
          <a:bodyPr rtlCol="0"/>
          <a:lstStyle>
            <a:lvl1pPr lvl="0"/>
          </a:lstStyle>
          <a:p>
            <a:pPr/>
            <a:r>
              <a:rPr dirty="0" lang="en-US"/>
              <a:t>Click to edit Master title style</a:t>
            </a:r>
            <a:endParaRPr dirty="0" lang="en-US"/>
          </a:p>
        </p:txBody>
      </p:sp>
      <p:sp>
        <p:nvSpPr>
          <p:cNvPr id="3" name="Picture Placeholder 2">
            <a:extLst>
              <a:ext uri="{81CAC634-4FD4-4C17-B28E-42BF3000272C}">
                <a16:creationId xmlns:a16="http://schemas.microsoft.com/office/drawing/2010/main" id="{4CB5B633-8EFA-4FD3-A1D5-B5F0CC2F69A0}"/>
              </a:ext>
            </a:extLst>
          </p:cNvPr>
          <p:cNvSpPr>
            <a:spLocks noGrp="true"/>
          </p:cNvSpPr>
          <p:nvPr>
            <p:ph idx="1" type="pic"/>
          </p:nvPr>
        </p:nvSpPr>
        <p:spPr>
          <a:xfrm rot="0">
            <a:off x="3048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4" name="Picture Placeholder 2">
            <a:extLst>
              <a:ext uri="{282B89F8-F831-4F2D-B3C0-25D43D5D53DD}">
                <a16:creationId xmlns:a16="http://schemas.microsoft.com/office/drawing/2010/main" id="{AD9D3B6C-8E67-4416-A961-2B4BC394239A}"/>
              </a:ext>
            </a:extLst>
          </p:cNvPr>
          <p:cNvSpPr>
            <a:spLocks noGrp="true"/>
          </p:cNvSpPr>
          <p:nvPr>
            <p:ph idx="2" type="pic"/>
          </p:nvPr>
        </p:nvSpPr>
        <p:spPr>
          <a:xfrm rot="0">
            <a:off x="24701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5" name="Picture Placeholder 2">
            <a:extLst>
              <a:ext uri="{43D5DEE1-37DE-4683-ADE7-B754C63325F9}">
                <a16:creationId xmlns:a16="http://schemas.microsoft.com/office/drawing/2010/main" id="{981CE2A5-5654-472B-9F28-AB9FB36A0D7D}"/>
              </a:ext>
            </a:extLst>
          </p:cNvPr>
          <p:cNvSpPr>
            <a:spLocks noGrp="true"/>
          </p:cNvSpPr>
          <p:nvPr>
            <p:ph idx="3" type="pic"/>
          </p:nvPr>
        </p:nvSpPr>
        <p:spPr>
          <a:xfrm rot="0">
            <a:off x="463550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6" name="Picture Placeholder 2">
            <a:extLst>
              <a:ext uri="{926FC6DD-7BE9-46CF-9C4C-251320603F80}">
                <a16:creationId xmlns:a16="http://schemas.microsoft.com/office/drawing/2010/main" id="{4171DD50-EEB1-477F-A114-C05FEF189EBF}"/>
              </a:ext>
            </a:extLst>
          </p:cNvPr>
          <p:cNvSpPr>
            <a:spLocks noGrp="true"/>
          </p:cNvSpPr>
          <p:nvPr>
            <p:ph idx="4" type="pic"/>
          </p:nvPr>
        </p:nvSpPr>
        <p:spPr>
          <a:xfrm rot="0">
            <a:off x="6800850" y="1733550"/>
            <a:ext cx="2095500" cy="2190750"/>
          </a:xfrm>
          <a:solidFill>
            <a:schemeClr val="bg1">
              <a:lumMod val="95000"/>
            </a:schemeClr>
          </a:solidFill>
          <a:ln w="38100">
            <a:noFill/>
            <a:miter lim="800000"/>
          </a:ln>
        </p:spPr>
        <p:txBody>
          <a:bodyPr rtlCol="0"/>
          <a:lstStyle/>
          <a:p>
            <a:pPr/>
            <a:r>
              <a:rPr dirty="0" lang="en-US"/>
              <a:t>Click icon to add picture</a:t>
            </a:r>
            <a:endParaRPr dirty="0" lang="en-US"/>
          </a:p>
        </p:txBody>
      </p:sp>
      <p:sp>
        <p:nvSpPr>
          <p:cNvPr id="7" name="Slide Number Placeholder 4">
            <a:extLst>
              <a:ext uri="{D40D2378-E4E8-4482-9B6E-8F7F507F5760}">
                <a16:creationId xmlns:a16="http://schemas.microsoft.com/office/drawing/2010/main" id="{0E12554E-565D-4972-A591-4B4B81C7454D}"/>
              </a:ext>
            </a:extLst>
          </p:cNvPr>
          <p:cNvSpPr>
            <a:spLocks noGrp="true"/>
          </p:cNvSpPr>
          <p:nvPr>
            <p:ph idx="12" sz="quarter" type="sldNum"/>
          </p:nvPr>
        </p:nvSpPr>
        <p:spPr/>
        <p:txBody>
          <a:bodyPr rtlCol="0"/>
          <a:lstStyle/>
          <a:p>
            <a:pPr/>
            <a:r>
              <a:rPr dirty="0" lang="en-US"/>
              <a:t>&lt;#&gt;</a:t>
            </a:r>
            <a:endParaRPr dirty="0" lang="en-US"/>
          </a:p>
        </p:txBody>
      </p:sp>
      <p:sp>
        <p:nvSpPr>
          <p:cNvPr id="8" name="Footer Placeholder 3">
            <a:extLst>
              <a:ext uri="{199544F9-53F5-436A-8F48-AE31C4DA8400}">
                <a16:creationId xmlns:a16="http://schemas.microsoft.com/office/drawing/2010/main" id="{415F4CFF-90AF-4BF2-8A64-126A08CBAE90}"/>
              </a:ext>
            </a:extLst>
          </p:cNvPr>
          <p:cNvSpPr>
            <a:spLocks noGrp="true"/>
          </p:cNvSpPr>
          <p:nvPr>
            <p:ph idx="11" sz="quarter" type="ftr"/>
          </p:nvPr>
        </p:nvSpPr>
        <p:spPr/>
        <p:txBody>
          <a:bodyPr rtlCol="0"/>
          <a:lstStyle/>
          <a:p>
            <a:pPr/>
            <a:r>
              <a:rPr dirty="0" lang="en-US"/>
              <a:t>Footer</a:t>
            </a:r>
            <a:endParaRPr dirty="0" lang="en-US"/>
          </a:p>
        </p:txBody>
      </p:sp>
      <p:sp>
        <p:nvSpPr>
          <p:cNvPr id="9" name="Date Placeholder 1">
            <a:extLst>
              <a:ext uri="{7E751774-3185-4A8F-B53C-625C164DD8CB}">
                <a16:creationId xmlns:a16="http://schemas.microsoft.com/office/drawing/2010/main" id="{60B55147-9557-4EFA-A3FC-5945AA962908}"/>
              </a:ext>
            </a:extLst>
          </p:cNvPr>
          <p:cNvSpPr>
            <a:spLocks noGrp="true"/>
          </p:cNvSpPr>
          <p:nvPr>
            <p:ph idx="10" sz="half" type="dt"/>
          </p:nvPr>
        </p:nvSpPr>
        <p:spPr/>
        <p:txBody>
          <a:bodyPr rtlCol="0"/>
          <a:lstStyle/>
          <a:p>
            <a:pPr/>
            <a:r>
              <a:rPr dirty="0" lang="en-US"/>
              <a:t>Date</a:t>
            </a:r>
            <a:endParaRPr dirty="0" lang="en-US"/>
          </a:p>
        </p:txBody>
      </p:sp>
    </p:spTree>
    <p:custDataLst>
      <p:tags r:id="rId2"/>
    </p:custDataLst>
    <p:extLst>
      <p:ext uri="{C7799921-71DF-4F07-8560-623EC05949B0}">
        <p14:creationId xmlns:p14="http://schemas.microsoft.com/office/powerpoint/2010/main" val="1782065428982"/>
      </p:ext>
    </p:extLst>
  </p:cSld>
  <p:clrMapOvr>
    <a:masterClrMapping/>
  </p:clrMapOvr>
</p:sldLayout>
</file>

<file path=ppt/slideMasters/_rels/slideMaster1.xml.rels><?xml version="1.0" encoding="UTF-8" standalone="no"?><Relationships xmlns="http://schemas.openxmlformats.org/package/2006/relationships"><Relationship Id="rId1" Target="../slideLayouts/slideLayout1.xml" Type="http://schemas.openxmlformats.org/officeDocument/2006/relationships/slideLayout"/><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s>
</file>

<file path=ppt/slideMasters/slideMaster1.xml><?xml version="1.0" encoding="utf-8"?>
<p:sldMaster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Master1">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E5C8962C-449D-4CE4-9D2B-C72D5F661E29}">
                <a16:creationId xmlns:a16="http://schemas.microsoft.com/office/drawing/2010/main" id="{E71C20A9-F621-40B2-9EFD-9C7F06D5AA91}"/>
              </a:ext>
            </a:extLst>
          </p:cNvPr>
          <p:cNvSpPr>
            <a:spLocks noGrp="true"/>
          </p:cNvSpPr>
          <p:nvPr>
            <p:ph type="title"/>
          </p:nvPr>
        </p:nvSpPr>
        <p:spPr>
          <a:xfrm rot="0">
            <a:off x="762000" y="349045"/>
            <a:ext cx="7620000" cy="857250"/>
          </a:xfrm>
          <a:prstGeom prst="rect">
            <a:avLst/>
          </a:prstGeom>
        </p:spPr>
        <p:txBody>
          <a:bodyPr anchor="b" bIns="45720" lIns="91440" rIns="91440" rtlCol="0" tIns="45720">
            <a:noAutofit/>
          </a:bodyPr>
          <a:lstStyle/>
          <a:p>
            <a:pPr/>
            <a:r>
              <a:rPr dirty="0" lang="en-US"/>
              <a:t>Click to edit Master title style</a:t>
            </a:r>
            <a:endParaRPr dirty="0" lang="en-US"/>
          </a:p>
        </p:txBody>
      </p:sp>
      <p:sp>
        <p:nvSpPr>
          <p:cNvPr id="3" name="Text Placeholder 2">
            <a:extLst>
              <a:ext uri="{D4ADE4B5-C859-4825-8A64-70B3B22E062D}">
                <a16:creationId xmlns:a16="http://schemas.microsoft.com/office/drawing/2010/main" id="{C422AB5C-7179-42C6-8E88-92CF32EDB482}"/>
              </a:ext>
            </a:extLst>
          </p:cNvPr>
          <p:cNvSpPr>
            <a:spLocks noGrp="true"/>
          </p:cNvSpPr>
          <p:nvPr>
            <p:ph idx="1" type="body"/>
          </p:nvPr>
        </p:nvSpPr>
        <p:spPr>
          <a:xfrm rot="0">
            <a:off x="762000" y="1428750"/>
            <a:ext cx="7620000" cy="3048000"/>
          </a:xfrm>
          <a:prstGeom prst="rect">
            <a:avLst/>
          </a:prstGeom>
        </p:spPr>
        <p:txBody>
          <a:bodyPr bIns="45720" lIns="91440" rIns="91440" rtlCol="0" tIns="93600">
            <a:normAutofit fontScale="100000" lnSpcReduction="0"/>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endParaRPr dirty="0" lang="en-US"/>
          </a:p>
        </p:txBody>
      </p:sp>
      <p:sp>
        <p:nvSpPr>
          <p:cNvPr hidden="false" id="4" name="Slide Number Placeholder 5">
            <a:extLst>
              <a:ext uri="{44C2C43E-4613-4886-8B71-071D9E41C7DC}">
                <a16:creationId xmlns:a16="http://schemas.microsoft.com/office/drawing/2010/main" id="{966C255D-1E63-41CB-9F38-4A24364638E5}"/>
              </a:ext>
            </a:extLst>
          </p:cNvPr>
          <p:cNvSpPr>
            <a:spLocks noGrp="true"/>
          </p:cNvSpPr>
          <p:nvPr>
            <p:ph idx="4" sz="quarter" type="sldNum"/>
          </p:nvPr>
        </p:nvSpPr>
        <p:spPr>
          <a:xfrm rot="0">
            <a:off x="7767815" y="4695033"/>
            <a:ext cx="613018" cy="285750"/>
          </a:xfrm>
          <a:prstGeom prst="rect">
            <a:avLst/>
          </a:prstGeom>
        </p:spPr>
        <p:txBody>
          <a:bodyPr anchor="ctr" bIns="45720" lIns="91440" rIns="91440" rtlCol="0" tIns="45720"/>
          <a:lstStyle>
            <a:lvl1pPr algn="r" lvl="0">
              <a:defRPr b="0" dirty="0" i="0" lang="en-US" sz="600">
                <a:solidFill>
                  <a:schemeClr val="tx1">
                    <a:lumMod val="50000"/>
                    <a:lumOff val="50000"/>
                  </a:schemeClr>
                </a:solidFill>
                <a:latin typeface="+mn-lt"/>
              </a:defRPr>
            </a:lvl1pPr>
          </a:lstStyle>
          <a:p>
            <a:pPr/>
            <a:r>
              <a:rPr dirty="0" lang="en-US"/>
              <a:t>&lt;#&gt;</a:t>
            </a:r>
            <a:endParaRPr dirty="0" lang="en-US"/>
          </a:p>
        </p:txBody>
      </p:sp>
      <p:sp>
        <p:nvSpPr>
          <p:cNvPr hidden="false" id="5" name="Footer Placeholder 4">
            <a:extLst>
              <a:ext uri="{6F08C8F6-F6CC-4376-8AF5-F623C87AEDCB}">
                <a16:creationId xmlns:a16="http://schemas.microsoft.com/office/drawing/2010/main" id="{5B55C916-AFDA-4B5B-B8B1-631364C5CB76}"/>
              </a:ext>
            </a:extLst>
          </p:cNvPr>
          <p:cNvSpPr>
            <a:spLocks noGrp="true"/>
          </p:cNvSpPr>
          <p:nvPr>
            <p:ph idx="3" sz="quarter" type="ftr"/>
          </p:nvPr>
        </p:nvSpPr>
        <p:spPr>
          <a:xfrm rot="0">
            <a:off x="2495550" y="4686300"/>
            <a:ext cx="5181600" cy="285750"/>
          </a:xfrm>
          <a:prstGeom prst="rect">
            <a:avLst/>
          </a:prstGeom>
        </p:spPr>
        <p:txBody>
          <a:bodyPr anchor="ctr" bIns="45720" lIns="91440" rIns="91440" rtlCol="0" tIns="45720"/>
          <a:lstStyle>
            <a:lvl1pPr algn="ctr" lvl="0">
              <a:defRPr b="0" dirty="0" i="0" lang="en-US" sz="600">
                <a:solidFill>
                  <a:schemeClr val="tx1">
                    <a:lumMod val="50000"/>
                    <a:lumOff val="50000"/>
                  </a:schemeClr>
                </a:solidFill>
                <a:latin typeface="+mn-lt"/>
              </a:defRPr>
            </a:lvl1pPr>
          </a:lstStyle>
          <a:p>
            <a:pPr/>
            <a:r>
              <a:rPr dirty="0" lang="en-US"/>
              <a:t>Footer</a:t>
            </a:r>
            <a:endParaRPr dirty="0" lang="en-US"/>
          </a:p>
        </p:txBody>
      </p:sp>
      <p:sp>
        <p:nvSpPr>
          <p:cNvPr hidden="false" id="6" name="Date Placeholder 3">
            <a:extLst>
              <a:ext uri="{889646A3-0E85-455F-AED7-1C553B800EE2}">
                <a16:creationId xmlns:a16="http://schemas.microsoft.com/office/drawing/2010/main" id="{17FAC14E-8197-4AAF-9879-4AF5C39882E6}"/>
              </a:ext>
            </a:extLst>
          </p:cNvPr>
          <p:cNvSpPr>
            <a:spLocks noGrp="true"/>
          </p:cNvSpPr>
          <p:nvPr>
            <p:ph idx="2" sz="half" type="dt"/>
          </p:nvPr>
        </p:nvSpPr>
        <p:spPr>
          <a:xfrm rot="0">
            <a:off x="762000" y="4695033"/>
            <a:ext cx="1639570" cy="285750"/>
          </a:xfrm>
          <a:prstGeom prst="rect">
            <a:avLst/>
          </a:prstGeom>
        </p:spPr>
        <p:txBody>
          <a:bodyPr anchor="ctr" bIns="45720" lIns="91440" rIns="91440" rtlCol="0" tIns="45720"/>
          <a:lstStyle>
            <a:lvl1pPr algn="l" lvl="0">
              <a:defRPr b="0" dirty="0" i="0" lang="en-US" sz="600">
                <a:solidFill>
                  <a:schemeClr val="tx1">
                    <a:lumMod val="50000"/>
                    <a:lumOff val="50000"/>
                  </a:schemeClr>
                </a:solidFill>
                <a:latin typeface="+mn-lt"/>
              </a:defRPr>
            </a:lvl1pPr>
          </a:lstStyle>
          <a:p>
            <a:pPr/>
            <a:r>
              <a:rPr dirty="0" lang="en-US"/>
              <a:t>Date</a:t>
            </a:r>
            <a:endParaRPr dirty="0" lang="en-US"/>
          </a:p>
        </p:txBody>
      </p:sp>
    </p:spTree>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sldNum="0"/>
  <p:txStyles>
    <p:titleStyle>
      <a:lvl1pPr algn="l" lvl="0" rtl="false">
        <a:lnSpc>
          <a:spcPct val="100000"/>
        </a:lnSpc>
        <a:spcBef>
          <a:spcPct val="0"/>
        </a:spcBef>
        <a:buNone/>
        <a:defRPr b="1" dirty="0" i="0" lang="en-US" sz="3200">
          <a:solidFill>
            <a:schemeClr val="tx1"/>
          </a:solidFill>
          <a:latin typeface="+mj-lt"/>
        </a:defRPr>
      </a:lvl1pPr>
    </p:titleStyle>
    <p:bodyStyle>
      <a:lvl1pPr algn="l" indent="-342900" lvl="0" marL="342900" rtl="false">
        <a:spcBef>
          <a:spcPts val="1200"/>
        </a:spcBef>
        <a:buChar char="•"/>
        <a:buClr>
          <a:schemeClr val="accent1"/>
        </a:buClr>
        <a:buFont typeface="Arial"/>
        <a:defRPr b="0" dirty="0" i="0" lang="en-US" sz="1600">
          <a:solidFill>
            <a:schemeClr val="tx1"/>
          </a:solidFill>
          <a:latin typeface="+mn-lt"/>
        </a:defRPr>
      </a:lvl1pPr>
      <a:lvl2pPr algn="l" indent="-285750" lvl="1" marL="742950" rtl="false">
        <a:spcBef>
          <a:spcPts val="300"/>
        </a:spcBef>
        <a:buChar char="-"/>
        <a:buClr>
          <a:schemeClr val="tx1">
            <a:lumMod val="85000"/>
            <a:lumOff val="15000"/>
          </a:schemeClr>
        </a:buClr>
        <a:buFont typeface="Arial"/>
        <a:defRPr b="0" dirty="0" i="0" lang="en-US" sz="1400">
          <a:solidFill>
            <a:schemeClr val="tx1">
              <a:lumMod val="85000"/>
              <a:lumOff val="15000"/>
            </a:schemeClr>
          </a:solidFill>
          <a:latin typeface="+mn-lt"/>
        </a:defRPr>
      </a:lvl2pPr>
      <a:lvl3pPr algn="l" indent="-228600" lvl="2" marL="1143000" rtl="false">
        <a:spcBef>
          <a:spcPts val="300"/>
        </a:spcBef>
        <a:buChar char="-"/>
        <a:buClr>
          <a:schemeClr val="tx1">
            <a:lumMod val="75000"/>
            <a:lumOff val="25000"/>
          </a:schemeClr>
        </a:buClr>
        <a:buFont typeface="Arial"/>
        <a:defRPr b="0" dirty="0" i="0" lang="en-US" sz="1200">
          <a:solidFill>
            <a:schemeClr val="tx1">
              <a:lumMod val="75000"/>
              <a:lumOff val="25000"/>
            </a:schemeClr>
          </a:solidFill>
          <a:latin typeface="+mn-lt"/>
        </a:defRPr>
      </a:lvl3pPr>
      <a:lvl4pPr algn="l" indent="-228600" lvl="3" marL="1600200" rtl="false">
        <a:spcBef>
          <a:spcPts val="300"/>
        </a:spcBef>
        <a:buChar char="-"/>
        <a:buClr>
          <a:schemeClr val="tx1">
            <a:lumMod val="65000"/>
            <a:lumOff val="35000"/>
          </a:schemeClr>
        </a:buClr>
        <a:buFont typeface="Arial"/>
        <a:defRPr b="0" dirty="0" i="0" lang="en-US" sz="1000">
          <a:solidFill>
            <a:schemeClr val="tx1">
              <a:lumMod val="65000"/>
              <a:lumOff val="35000"/>
            </a:schemeClr>
          </a:solidFill>
          <a:latin typeface="+mn-lt"/>
        </a:defRPr>
      </a:lvl4pPr>
      <a:lvl5pPr algn="l" indent="-228600" lvl="4" marL="2057400" rtl="false">
        <a:spcBef>
          <a:spcPts val="300"/>
        </a:spcBef>
        <a:buChar char="-"/>
        <a:buClr>
          <a:schemeClr val="tx1">
            <a:lumMod val="50000"/>
            <a:lumOff val="50000"/>
          </a:schemeClr>
        </a:buClr>
        <a:buFont typeface="Arial"/>
        <a:defRPr b="0" dirty="0" i="0" lang="en-US" sz="900">
          <a:solidFill>
            <a:schemeClr val="tx1">
              <a:lumMod val="50000"/>
              <a:lumOff val="50000"/>
            </a:schemeClr>
          </a:solidFill>
          <a:latin typeface="+mn-lt"/>
        </a:defRPr>
      </a:lvl5pPr>
      <a:lvl6pPr algn="l" indent="-228600" lvl="5" marL="25146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6pPr>
      <a:lvl7pPr algn="l" indent="-228600" lvl="6" marL="29718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7pPr>
      <a:lvl8pPr algn="l" indent="-228600" lvl="7" marL="34290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8pPr>
      <a:lvl9pPr algn="l" indent="-228600" lvl="8" marL="3886200" rtl="false">
        <a:spcBef>
          <a:spcPct val="20000"/>
        </a:spcBef>
        <a:buChar char="-"/>
        <a:buClr>
          <a:schemeClr val="tx1">
            <a:lumMod val="50000"/>
            <a:lumOff val="50000"/>
          </a:schemeClr>
        </a:buClr>
        <a:buFont typeface="Arial"/>
        <a:defRPr b="0" dirty="0" i="0" lang="en-US" sz="900">
          <a:solidFill>
            <a:schemeClr val="tx1">
              <a:lumMod val="50000"/>
              <a:lumOff val="50000"/>
            </a:schemeClr>
          </a:solidFill>
          <a:latin typeface="+mn-lt"/>
        </a:defRPr>
      </a:lvl9pPr>
    </p:bodyStyle>
    <p:otherStyle>
      <a:lvl1pPr algn="l" lvl="0" marL="0" rtl="false">
        <a:defRPr dirty="0" lang="en-US" sz="1800">
          <a:solidFill>
            <a:schemeClr val="tx1"/>
          </a:solidFill>
          <a:latin typeface="+mn-lt"/>
        </a:defRPr>
      </a:lvl1pPr>
      <a:lvl2pPr algn="l" lvl="1" marL="457200" rtl="false">
        <a:defRPr dirty="0" lang="en-US" sz="1800">
          <a:solidFill>
            <a:schemeClr val="tx1"/>
          </a:solidFill>
          <a:latin typeface="+mn-lt"/>
        </a:defRPr>
      </a:lvl2pPr>
      <a:lvl3pPr algn="l" lvl="2" marL="914400" rtl="false">
        <a:defRPr dirty="0" lang="en-US" sz="1800">
          <a:solidFill>
            <a:schemeClr val="tx1"/>
          </a:solidFill>
          <a:latin typeface="+mn-lt"/>
        </a:defRPr>
      </a:lvl3pPr>
      <a:lvl4pPr algn="l" lvl="3" marL="1371600" rtl="false">
        <a:defRPr dirty="0" lang="en-US" sz="1800">
          <a:solidFill>
            <a:schemeClr val="tx1"/>
          </a:solidFill>
          <a:latin typeface="+mn-lt"/>
        </a:defRPr>
      </a:lvl4pPr>
      <a:lvl5pPr algn="l" lvl="4" marL="1828800" rtl="false">
        <a:defRPr dirty="0" lang="en-US" sz="1800">
          <a:solidFill>
            <a:schemeClr val="tx1"/>
          </a:solidFill>
          <a:latin typeface="+mn-lt"/>
        </a:defRPr>
      </a:lvl5pPr>
      <a:lvl6pPr algn="l" lvl="5" marL="2286000" rtl="false">
        <a:defRPr dirty="0" lang="en-US" sz="1800">
          <a:solidFill>
            <a:schemeClr val="tx1"/>
          </a:solidFill>
          <a:latin typeface="+mn-lt"/>
        </a:defRPr>
      </a:lvl6pPr>
      <a:lvl7pPr algn="l" lvl="6" marL="2743200" rtl="false">
        <a:defRPr dirty="0" lang="en-US" sz="1800">
          <a:solidFill>
            <a:schemeClr val="tx1"/>
          </a:solidFill>
          <a:latin typeface="+mn-lt"/>
        </a:defRPr>
      </a:lvl7pPr>
      <a:lvl8pPr algn="l" lvl="7" marL="3200400" rtl="false">
        <a:defRPr dirty="0" lang="en-US" sz="1800">
          <a:solidFill>
            <a:schemeClr val="tx1"/>
          </a:solidFill>
          <a:latin typeface="+mn-lt"/>
        </a:defRPr>
      </a:lvl8pPr>
      <a:lvl9pPr algn="l" lvl="8" marL="3657600" rtl="false">
        <a:defRPr dirty="0" lang="en-US" sz="1800">
          <a:solidFill>
            <a:schemeClr val="tx1"/>
          </a:solidFill>
          <a:latin typeface="+mn-lt"/>
        </a:defRPr>
      </a:lvl9pPr>
    </p:otherStyle>
  </p:txStyles>
</p:sldMaster>
</file>

<file path=ppt/slides/_rels/slide1.xml.rels><?xml version="1.0" encoding="UTF-8" standalone="no"?><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no"?><Relationships xmlns="http://schemas.openxmlformats.org/package/2006/relationships"><Relationship Id="rId2" Target="../media/image2.jpeg" Type="http://schemas.openxmlformats.org/officeDocument/2006/relationships/image"/><Relationship Id="rId1" Target="../slideLayouts/slideLayout2.xml" Type="http://schemas.openxmlformats.org/officeDocument/2006/relationships/slideLayout"/></Relationships>
</file>

<file path=ppt/slides/_rels/slide3.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9.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_rels/slide10.xml.rels><?xml version="1.0" encoding="UTF-8" standalone="no"?><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cSld name="slide1">
    <p:spTree>
      <p:nvGrpSpPr>
        <p:cNvPr id="1" name=""/>
        <p:cNvGrpSpPr/>
        <p:nvPr/>
      </p:nvGrpSpPr>
      <p:grpSpPr>
        <a:xfrm>
          <a:off x="0" y="0"/>
          <a:ext cx="0" cy="0"/>
          <a:chOff x="0" y="0"/>
          <a:chExt cx="0" cy="0"/>
        </a:xfrm>
      </p:grpSpPr>
      <p:sp>
        <p:nvSpPr>
          <p:cNvPr id="2" name="Title 1">
            <a:extLst>
              <a:ext uri="{4811ABB7-92C5-463F-B475-A7FFAD981BFC}">
                <a16:creationId xmlns:a16="http://schemas.microsoft.com/office/drawing/2010/main" id="{8ADC5824-5CD5-4E79-A66F-62F7E520EDE9}"/>
              </a:ext>
            </a:extLst>
          </p:cNvPr>
          <p:cNvSpPr>
            <a:spLocks noGrp="true"/>
          </p:cNvSpPr>
          <p:nvPr>
            <p:ph type="title"/>
          </p:nvPr>
        </p:nvSpPr>
        <p:spPr>
          <a:xfrm rot="0">
            <a:off x="1351645" y="397363"/>
            <a:ext cx="6436176" cy="1183586"/>
          </a:xfrm>
        </p:spPr>
        <p:txBody>
          <a:bodyPr rtlCol="0"/>
          <a:lstStyle/>
          <a:p>
            <a:pPr/>
            <a:r>
              <a:rPr dirty="0" lang="en-US" sz="2000"/>
              <a:t>SYNERGISTIC ENERGY HARVESTING</a:t>
            </a:r>
          </a:p>
          <a:p>
            <a:pPr/>
            <a:r>
              <a:rPr dirty="0" lang="en-US" sz="2000"/>
              <a:t>Enhancing Microbial Fuel Cell Performance With Piezoelectric Nanomaterial Integration</a:t>
            </a:r>
            <a:endParaRPr dirty="0" lang="en-US" sz="2000"/>
          </a:p>
        </p:txBody>
      </p:sp>
      <p:sp>
        <p:nvSpPr>
          <p:cNvPr id="3" name="Subtitle 2">
            <a:extLst>
              <a:ext uri="{96CBA1E5-D6DB-4D2B-8881-89EB0AC27BAF}">
                <a16:creationId xmlns:a16="http://schemas.microsoft.com/office/drawing/2010/main" id="{12D40424-B1D7-4432-A8EA-0EAA551AAC1C}"/>
              </a:ext>
            </a:extLst>
          </p:cNvPr>
          <p:cNvSpPr>
            <a:spLocks noGrp="true"/>
          </p:cNvSpPr>
          <p:nvPr>
            <p:ph idx="1" type="subTitle"/>
          </p:nvPr>
        </p:nvSpPr>
        <p:spPr>
          <a:xfrm rot="0">
            <a:off x="1800586" y="2345569"/>
            <a:ext cx="6609235" cy="1206065"/>
          </a:xfrm>
        </p:spPr>
        <p:txBody>
          <a:bodyPr rtlCol="0"/>
          <a:lstStyle/>
          <a:p>
            <a:pPr algn="just"/>
            <a:r>
              <a:rPr dirty="0" lang="en-US" sz="1800">
                <a:solidFill>
                  <a:schemeClr val="tx1"/>
                </a:solidFill>
              </a:rPr>
              <a:t>NAME : </a:t>
            </a:r>
            <a:r>
              <a:rPr dirty="0" err="1" lang="en-US" sz="1800">
                <a:solidFill>
                  <a:schemeClr val="tx1"/>
                </a:solidFill>
              </a:rPr>
              <a:t>ALAMU</a:t>
            </a:r>
            <a:r>
              <a:rPr dirty="0" lang="en-US" sz="1800">
                <a:solidFill>
                  <a:schemeClr val="tx1"/>
                </a:solidFill>
              </a:rPr>
              <a:t> </a:t>
            </a:r>
            <a:r>
              <a:rPr dirty="0" err="1" lang="en-US" sz="1800">
                <a:solidFill>
                  <a:schemeClr val="tx1"/>
                </a:solidFill>
              </a:rPr>
              <a:t>SRIDEVI</a:t>
            </a:r>
            <a:r>
              <a:rPr dirty="0" lang="en-US" sz="1800">
                <a:solidFill>
                  <a:schemeClr val="tx1"/>
                </a:solidFill>
              </a:rPr>
              <a:t> </a:t>
            </a:r>
            <a:r>
              <a:rPr dirty="0" err="1" lang="en-US" sz="1800">
                <a:solidFill>
                  <a:schemeClr val="tx1"/>
                </a:solidFill>
              </a:rPr>
              <a:t>HARIHARAN</a:t>
            </a:r>
          </a:p>
          <a:p>
            <a:pPr algn="just"/>
            <a:r>
              <a:rPr dirty="0" lang="en-US" sz="1800">
                <a:solidFill>
                  <a:schemeClr val="tx1"/>
                </a:solidFill>
              </a:rPr>
              <a:t>DEPARTMENT : B.E </a:t>
            </a:r>
            <a:r>
              <a:rPr dirty="0" err="1" lang="en-US" sz="1800">
                <a:solidFill>
                  <a:schemeClr val="tx1"/>
                </a:solidFill>
              </a:rPr>
              <a:t>CSE</a:t>
            </a:r>
            <a:r>
              <a:rPr dirty="0" lang="en-US" sz="1800">
                <a:solidFill>
                  <a:schemeClr val="tx1"/>
                </a:solidFill>
              </a:rPr>
              <a:t>(CYBER SECURITY)</a:t>
            </a:r>
          </a:p>
          <a:p>
            <a:pPr algn="just"/>
            <a:r>
              <a:rPr dirty="0" lang="en-US" sz="1800">
                <a:solidFill>
                  <a:schemeClr val="tx1"/>
                </a:solidFill>
              </a:rPr>
              <a:t>COLLEGE : </a:t>
            </a:r>
            <a:r>
              <a:rPr dirty="0" err="1" lang="en-US" sz="1800">
                <a:solidFill>
                  <a:schemeClr val="tx1"/>
                </a:solidFill>
              </a:rPr>
              <a:t>SRI</a:t>
            </a:r>
            <a:r>
              <a:rPr dirty="0" lang="en-US" sz="1800">
                <a:solidFill>
                  <a:schemeClr val="tx1"/>
                </a:solidFill>
              </a:rPr>
              <a:t> </a:t>
            </a:r>
            <a:r>
              <a:rPr dirty="0" err="1" lang="en-US" sz="1800">
                <a:solidFill>
                  <a:schemeClr val="tx1"/>
                </a:solidFill>
              </a:rPr>
              <a:t>SAIRAM</a:t>
            </a:r>
            <a:r>
              <a:rPr dirty="0" lang="en-US" sz="1800">
                <a:solidFill>
                  <a:schemeClr val="tx1"/>
                </a:solidFill>
              </a:rPr>
              <a:t> INSTITUTE OF TECHNOLOGY</a:t>
            </a:r>
            <a:endParaRPr dirty="0" lang="en-US" sz="1800">
              <a:solidFill>
                <a:schemeClr val="tx1"/>
              </a:solidFill>
            </a:endParaRPr>
          </a:p>
        </p:txBody>
      </p:sp>
    </p:spTree>
    <p:extLst>
      <p:ext uri="{7A2B24CC-4894-451D-B582-5D2FDDF0B625}">
        <p14:creationId xmlns:p14="http://schemas.microsoft.com/office/powerpoint/2010/main" val="1782065428987"/>
      </p:ext>
    </p:extLst>
  </p:cSld>
  <p:clrMapOvr>
    <a:masterClrMapping/>
  </p:clrMapOvr>
</p:sld>
</file>

<file path=ppt/slides/slide2.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5D938A45-0E75-42CF-9F65-D00F3E6768E6}">
                <a16:creationId xmlns:a16="http://schemas.microsoft.com/office/drawing/2010/main" id="{17750453-5C83-4CC1-A5FA-712CC530D14A}"/>
              </a:ext>
            </a:extLst>
          </p:cNvPr>
          <p:cNvSpPr>
            <a:spLocks noGrp="true"/>
          </p:cNvSpPr>
          <p:nvPr>
            <p:ph type="title"/>
          </p:nvPr>
        </p:nvSpPr>
        <p:spPr/>
        <p:txBody>
          <a:bodyPr rtlCol="0"/>
          <a:lstStyle/>
          <a:p>
            <a:pPr/>
            <a:r>
              <a:rPr dirty="0" lang="en-US" sz="3200"/>
              <a:t>INTRODUCTION</a:t>
            </a:r>
            <a:endParaRPr dirty="0" lang="en-US" sz="3200"/>
          </a:p>
        </p:txBody>
      </p:sp>
      <p:sp>
        <p:nvSpPr>
          <p:cNvPr id="3" name="Content Placeholder 2">
            <a:extLst>
              <a:ext uri="{18990EAD-5419-4FD3-918C-5BE9743D73F4}">
                <a16:creationId xmlns:a16="http://schemas.microsoft.com/office/drawing/2010/main" id="{95762E10-1CF2-4260-A6B3-3FB2D1FC1390}"/>
              </a:ext>
            </a:extLst>
          </p:cNvPr>
          <p:cNvSpPr>
            <a:spLocks noGrp="true"/>
          </p:cNvSpPr>
          <p:nvPr>
            <p:ph idx="1"/>
          </p:nvPr>
        </p:nvSpPr>
        <p:spPr/>
        <p:txBody>
          <a:bodyPr rtlCol="0"/>
          <a:lstStyle/>
          <a:p>
            <a:pPr/>
            <a:r>
              <a:rPr dirty="0" lang="en-US" sz="1800"/>
              <a:t>Growing</a:t>
            </a:r>
            <a:r>
              <a:rPr dirty="0" lang="en-US" sz="1800"/>
              <a:t> demand for sustainable energy sources.</a:t>
            </a:r>
          </a:p>
          <a:p>
            <a:pPr/>
            <a:r>
              <a:rPr dirty="0" lang="en-US" sz="1800"/>
              <a:t>Organic waste can be converted into electricity.</a:t>
            </a:r>
          </a:p>
          <a:p>
            <a:pPr/>
            <a:r>
              <a:rPr dirty="0" lang="en-US" sz="1800"/>
              <a:t>Microbial Fuel Cells (</a:t>
            </a:r>
            <a:r>
              <a:rPr dirty="0" err="1" lang="en-US" sz="1800"/>
              <a:t>MFCs</a:t>
            </a:r>
            <a:r>
              <a:rPr dirty="0" lang="en-US" sz="1800"/>
              <a:t>) generate power using microorganisms.</a:t>
            </a:r>
          </a:p>
          <a:p>
            <a:pPr/>
            <a:r>
              <a:rPr dirty="0" lang="en-US" sz="1800"/>
              <a:t>Piezoelectric </a:t>
            </a:r>
            <a:r>
              <a:rPr dirty="0" err="1" lang="en-US" sz="1800"/>
              <a:t>nanomaterials</a:t>
            </a:r>
            <a:r>
              <a:rPr dirty="0" lang="en-US" sz="1800"/>
              <a:t> can improve energy harvesting efficiency.</a:t>
            </a:r>
          </a:p>
          <a:p>
            <a:pPr/>
            <a:r>
              <a:rPr dirty="0" lang="en-US"/>
              <a:t/>
            </a:r>
            <a:endParaRPr dirty="0" lang="en-US"/>
          </a:p>
        </p:txBody>
      </p:sp>
      <p:pic>
        <p:nvPicPr>
          <p:cNvPr id="4" name="Image 3">
            <a:extLst>
              <a:ext uri="{E1BB6BF7-4744-4B35-86CC-2E6B0FF4E4FE}">
                <a16:creationId xmlns:a16="http://schemas.microsoft.com/office/drawing/2010/main" id="{68CA61DA-85A7-464E-949F-00CE1FE773E4}"/>
              </a:ext>
            </a:extLst>
          </p:cNvPr>
          <p:cNvPicPr>
            <a:picLocks noChangeAspect="true"/>
          </p:cNvPicPr>
          <p:nvPr/>
        </p:nvPicPr>
        <p:blipFill>
          <a:blip r:embed="rId2"/>
          <a:stretch>
            <a:fillRect/>
          </a:stretch>
        </p:blipFill>
        <p:spPr>
          <a:xfrm flipH="false" flipV="false" rot="0">
            <a:off x="6346402" y="3225403"/>
            <a:ext cx="2365781" cy="1645758"/>
          </a:xfrm>
          <a:prstGeom prst="rect">
            <a:avLst/>
          </a:prstGeom>
          <a:noFill/>
        </p:spPr>
      </p:pic>
      <p:sp>
        <p:nvSpPr>
          <p:cNvPr id="5" name="Text Box 4">
            <a:extLst>
              <a:ext uri="{1DD69481-4EF8-4DE0-BEEC-87C79FED0C3C}">
                <a16:creationId xmlns:a16="http://schemas.microsoft.com/office/drawing/2010/main" id="{4294685E-9E30-4D30-A719-CE752CD5B7B8}"/>
              </a:ext>
            </a:extLst>
          </p:cNvPr>
          <p:cNvSpPr txBox="1"/>
          <p:nvPr/>
        </p:nvSpPr>
        <p:spPr>
          <a:xfrm flipH="false" flipV="false" rot="0">
            <a:off x="6733946" y="4871161"/>
            <a:ext cx="3215582" cy="308552"/>
          </a:xfrm>
          <a:prstGeom prst="rect">
            <a:avLst/>
          </a:prstGeom>
        </p:spPr>
        <p:txBody>
          <a:bodyPr anchor="t" bIns="47625" lIns="95250" rIns="95250" rtlCol="0" tIns="47625">
            <a:spAutoFit/>
          </a:bodyPr>
          <a:lstStyle/>
          <a:p>
            <a:pPr>
              <a:defRPr dirty="0" lang="en-US" sz="1400"/>
            </a:pPr>
            <a:r>
              <a:rPr dirty="0" lang="en-US"/>
              <a:t>Microbial fuel cell</a:t>
            </a:r>
            <a:endParaRPr dirty="0" lang="en-US"/>
          </a:p>
        </p:txBody>
      </p:sp>
    </p:spTree>
    <p:extLst>
      <p:ext uri="{3093B398-5BFA-47F9-8EB3-9DF540E9836E}">
        <p14:creationId xmlns:p14="http://schemas.microsoft.com/office/powerpoint/2010/main" val="1782065428989"/>
      </p:ext>
    </p:extLst>
  </p:cSld>
  <p:clrMapOvr>
    <a:masterClrMapping/>
  </p:clrMapOvr>
</p:sld>
</file>

<file path=ppt/slides/slide3.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9AFE7469-88DB-440A-84B6-98ED4527B824}">
                <a16:creationId xmlns:a16="http://schemas.microsoft.com/office/drawing/2010/main" id="{7D0279A5-1AB4-4A94-8E01-7FAC7AA9C08E}"/>
              </a:ext>
            </a:extLst>
          </p:cNvPr>
          <p:cNvSpPr>
            <a:spLocks noGrp="true"/>
          </p:cNvSpPr>
          <p:nvPr>
            <p:ph type="title"/>
          </p:nvPr>
        </p:nvSpPr>
        <p:spPr/>
        <p:txBody>
          <a:bodyPr rtlCol="0"/>
          <a:lstStyle/>
          <a:p>
            <a:pPr/>
            <a:r>
              <a:rPr dirty="0" lang="en-US"/>
              <a:t>PROBLEM STATEMENT</a:t>
            </a:r>
            <a:endParaRPr dirty="0" lang="en-US"/>
          </a:p>
        </p:txBody>
      </p:sp>
      <p:sp>
        <p:nvSpPr>
          <p:cNvPr id="3" name="Content Placeholder 2">
            <a:extLst>
              <a:ext uri="{13946303-C035-43A7-A60F-84AB8966B3FB}">
                <a16:creationId xmlns:a16="http://schemas.microsoft.com/office/drawing/2010/main" id="{3AAD5FCC-3270-40DD-93BB-1E2879EC26AE}"/>
              </a:ext>
            </a:extLst>
          </p:cNvPr>
          <p:cNvSpPr>
            <a:spLocks noGrp="true"/>
          </p:cNvSpPr>
          <p:nvPr>
            <p:ph idx="1"/>
          </p:nvPr>
        </p:nvSpPr>
        <p:spPr/>
        <p:txBody>
          <a:bodyPr rtlCol="0"/>
          <a:lstStyle/>
          <a:p>
            <a:pPr/>
            <a:r>
              <a:rPr dirty="0" lang="en-US" sz="1800"/>
              <a:t>Conventional energy sources contribute to pollution.</a:t>
            </a:r>
          </a:p>
          <a:p>
            <a:pPr/>
            <a:r>
              <a:rPr dirty="0" lang="en-US" sz="1800"/>
              <a:t>Organic waste is often underutilized.</a:t>
            </a:r>
          </a:p>
          <a:p>
            <a:pPr/>
            <a:r>
              <a:rPr dirty="0" err="1" lang="en-US" sz="1800"/>
              <a:t>MFCs</a:t>
            </a:r>
            <a:r>
              <a:rPr dirty="0" lang="en-US" sz="1800"/>
              <a:t> produce limited power output.</a:t>
            </a:r>
          </a:p>
          <a:p>
            <a:pPr/>
            <a:r>
              <a:rPr dirty="0" lang="en-US" sz="1800"/>
              <a:t>Need for improved renewable energy generation systems</a:t>
            </a:r>
            <a:br>
              <a:rPr dirty="0" lang="en-US"/>
            </a:br>
            <a:br>
              <a:rPr dirty="0" lang="en-US"/>
            </a:br>
            <a:br>
              <a:rPr dirty="0" lang="en-US"/>
            </a:br>
            <a:endParaRPr dirty="0" lang="en-US"/>
          </a:p>
        </p:txBody>
      </p:sp>
    </p:spTree>
    <p:extLst>
      <p:ext uri="{8B179542-15D2-4A1E-8A23-00C518147868}">
        <p14:creationId xmlns:p14="http://schemas.microsoft.com/office/powerpoint/2010/main" val="1782065428990"/>
      </p:ext>
    </p:extLst>
  </p:cSld>
  <p:clrMapOvr>
    <a:masterClrMapping/>
  </p:clrMapOvr>
</p:sld>
</file>

<file path=ppt/slides/slide4.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30B82BEB-2B71-466F-868E-FFE1D57A88D6}">
                <a16:creationId xmlns:a16="http://schemas.microsoft.com/office/drawing/2010/main" id="{16B6FCD7-DAC6-43AA-AE72-224B842CE2FC}"/>
              </a:ext>
            </a:extLst>
          </p:cNvPr>
          <p:cNvSpPr>
            <a:spLocks noGrp="true"/>
          </p:cNvSpPr>
          <p:nvPr>
            <p:ph type="title"/>
          </p:nvPr>
        </p:nvSpPr>
        <p:spPr/>
        <p:txBody>
          <a:bodyPr rtlCol="0"/>
          <a:lstStyle/>
          <a:p>
            <a:pPr/>
            <a:r>
              <a:rPr dirty="0" lang="en-US"/>
              <a:t>OBJECTIVE</a:t>
            </a:r>
            <a:endParaRPr dirty="0" lang="en-US"/>
          </a:p>
        </p:txBody>
      </p:sp>
      <p:sp>
        <p:nvSpPr>
          <p:cNvPr id="3" name="Content Placeholder 2">
            <a:extLst>
              <a:ext uri="{3BFA451E-5BD5-461B-9DF6-2460C4AE4D40}">
                <a16:creationId xmlns:a16="http://schemas.microsoft.com/office/drawing/2010/main" id="{7C01B2EE-4118-4F00-8CC0-D6017D0068AB}"/>
              </a:ext>
            </a:extLst>
          </p:cNvPr>
          <p:cNvSpPr>
            <a:spLocks noGrp="true"/>
          </p:cNvSpPr>
          <p:nvPr>
            <p:ph idx="1"/>
          </p:nvPr>
        </p:nvSpPr>
        <p:spPr/>
        <p:txBody>
          <a:bodyPr rtlCol="0"/>
          <a:lstStyle/>
          <a:p>
            <a:pPr/>
            <a:r>
              <a:rPr dirty="0" lang="en-US" sz="1800"/>
              <a:t>Generate electricity from organic waste.</a:t>
            </a:r>
          </a:p>
          <a:p>
            <a:pPr/>
            <a:r>
              <a:rPr dirty="0" lang="en-US" sz="1800"/>
              <a:t>Enhance </a:t>
            </a:r>
            <a:r>
              <a:rPr dirty="0" err="1" lang="en-US" sz="1800"/>
              <a:t>MFC</a:t>
            </a:r>
            <a:r>
              <a:rPr dirty="0" lang="en-US" sz="1800"/>
              <a:t> performance using piezoelectric </a:t>
            </a:r>
            <a:r>
              <a:rPr dirty="0" err="1" lang="en-US" sz="1800"/>
              <a:t>nanomaterials</a:t>
            </a:r>
            <a:r>
              <a:rPr dirty="0" lang="en-US" sz="1800"/>
              <a:t>.</a:t>
            </a:r>
          </a:p>
          <a:p>
            <a:pPr/>
            <a:r>
              <a:rPr dirty="0" lang="en-US" sz="1800"/>
              <a:t>Improve electron transfer efficiency.</a:t>
            </a:r>
          </a:p>
          <a:p>
            <a:pPr/>
            <a:r>
              <a:rPr dirty="0" lang="en-US" sz="1800"/>
              <a:t>Promote sustainable and eco-friendly energy production.</a:t>
            </a:r>
            <a:endParaRPr dirty="0" lang="en-US" sz="1800"/>
          </a:p>
        </p:txBody>
      </p:sp>
    </p:spTree>
    <p:extLst>
      <p:ext uri="{63D2DDE6-881E-49CF-9D25-5451EC96BF60}">
        <p14:creationId xmlns:p14="http://schemas.microsoft.com/office/powerpoint/2010/main" val="1782065428992"/>
      </p:ext>
    </p:extLst>
  </p:cSld>
  <p:clrMapOvr>
    <a:masterClrMapping/>
  </p:clrMapOvr>
</p:sld>
</file>

<file path=ppt/slides/slide5.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6BCD9404-6A42-4E67-9A1F-D609505DD03A}">
                <a16:creationId xmlns:a16="http://schemas.microsoft.com/office/drawing/2010/main" id="{9C077912-0E63-4A2C-B495-01917B1D9643}"/>
              </a:ext>
            </a:extLst>
          </p:cNvPr>
          <p:cNvSpPr>
            <a:spLocks noGrp="true"/>
          </p:cNvSpPr>
          <p:nvPr>
            <p:ph type="title"/>
          </p:nvPr>
        </p:nvSpPr>
        <p:spPr/>
        <p:txBody>
          <a:bodyPr rtlCol="0"/>
          <a:lstStyle/>
          <a:p>
            <a:pPr/>
            <a:r>
              <a:rPr dirty="0" lang="en-US"/>
              <a:t>PROPOSED SYSTEM</a:t>
            </a:r>
            <a:endParaRPr dirty="0" lang="en-US"/>
          </a:p>
        </p:txBody>
      </p:sp>
      <p:sp>
        <p:nvSpPr>
          <p:cNvPr id="3" name="Content Placeholder 2">
            <a:extLst>
              <a:ext uri="{13580DDB-D396-4EE9-8771-150CC9A8E3F6}">
                <a16:creationId xmlns:a16="http://schemas.microsoft.com/office/drawing/2010/main" id="{FF11904D-20C8-4672-9F70-0EBEBBA00023}"/>
              </a:ext>
            </a:extLst>
          </p:cNvPr>
          <p:cNvSpPr>
            <a:spLocks noGrp="true"/>
          </p:cNvSpPr>
          <p:nvPr>
            <p:ph idx="1"/>
          </p:nvPr>
        </p:nvSpPr>
        <p:spPr/>
        <p:txBody>
          <a:bodyPr rtlCol="0"/>
          <a:lstStyle/>
          <a:p>
            <a:pPr/>
            <a:r>
              <a:rPr b="1" dirty="0" lang="en-US">
                <a:latin typeface="+mn-lt"/>
              </a:rPr>
              <a:t>COMPONENTS:</a:t>
            </a:r>
          </a:p>
          <a:p>
            <a:pPr algn="just"/>
            <a:r>
              <a:rPr dirty="0" lang="en-US"/>
              <a:t>              </a:t>
            </a:r>
          </a:p>
          <a:p>
            <a:pPr indent="0" marL="0">
              <a:buNone/>
            </a:pPr>
            <a:r>
              <a:rPr b="1" dirty="0" lang="en-US">
                <a:latin typeface="+mn-lt"/>
              </a:rPr>
              <a:t/>
            </a:r>
          </a:p>
          <a:p>
            <a:pPr/>
            <a:r>
              <a:rPr dirty="0" lang="en-US"/>
              <a:t/>
            </a:r>
          </a:p>
          <a:p>
            <a:pPr/>
            <a:r>
              <a:rPr dirty="0" lang="en-US"/>
              <a:t/>
            </a:r>
            <a:endParaRPr dirty="0" lang="en-US"/>
          </a:p>
        </p:txBody>
      </p:sp>
      <p:grpSp>
        <p:nvGrpSpPr>
          <p:cNvPr id="4" name="List Diagram 3">
            <a:extLst>
              <a:ext uri="{DF98BBF9-9826-4541-A25A-95D2A3F15DF2}">
                <a16:creationId xmlns:a16="http://schemas.microsoft.com/office/drawing/2010/main" id="{0A4477E0-5640-4938-BD35-68A40768CED2}"/>
              </a:ext>
            </a:extLst>
          </p:cNvPr>
          <p:cNvGrpSpPr>
            <a:grpSpLocks noChangeAspect="true"/>
          </p:cNvGrpSpPr>
          <p:nvPr/>
        </p:nvGrpSpPr>
        <p:grpSpPr>
          <a:xfrm flipH="false" flipV="false" rot="0">
            <a:off x="1016146" y="2264654"/>
            <a:ext cx="7111717" cy="1934851"/>
            <a:chOff x="714375" y="1847850"/>
            <a:chExt cx="5203720" cy="1415753"/>
          </a:xfrm>
        </p:grpSpPr>
        <p:grpSp>
          <p:nvGrpSpPr>
            <p:cNvPr id="5" name="">
              <a:extLst>
                <a:ext uri="{B466FBCE-790D-4F6A-B1FE-ABE077AE8F44}">
                  <a16:creationId xmlns:a16="http://schemas.microsoft.com/office/drawing/2010/main" id="{C4555FD9-3358-4D36-AF91-097751385E63}"/>
                </a:ext>
              </a:extLst>
            </p:cNvPr>
            <p:cNvGrpSpPr>
              <a:grpSpLocks noChangeAspect="true" noUngrp="true"/>
            </p:cNvGrpSpPr>
            <p:nvPr/>
          </p:nvGrpSpPr>
          <p:grpSpPr>
            <a:xfrm flipH="false" flipV="false" rot="21300000">
              <a:off x="767774" y="1913961"/>
              <a:ext cx="1332204" cy="1283531"/>
              <a:chOff x="971550" y="1781175"/>
              <a:chExt cx="1332204" cy="1283531"/>
            </a:xfrm>
          </p:grpSpPr>
          <p:sp>
            <p:nvSpPr>
              <p:cNvPr id="6" name="Rectangle  - List Diagram 3 ">
                <a:extLst>
                  <a:ext uri="{F9C68782-A640-446D-BD4C-15A096742D36}">
                    <a16:creationId xmlns:a16="http://schemas.microsoft.com/office/drawing/2010/main" id="{02F7E4C0-FA6E-4833-BDC9-06D150705FA3}"/>
                  </a:ext>
                </a:extLst>
              </p:cNvPr>
              <p:cNvSpPr>
                <a:spLocks noChangeAspect="true" noMove="true" noResize="true" noRot="true" noSelect="true"/>
              </p:cNvSpPr>
              <p:nvPr/>
            </p:nvSpPr>
            <p:spPr>
              <a:xfrm flipH="false" flipV="false" rot="0">
                <a:off x="971550" y="1781175"/>
                <a:ext cx="1332204" cy="1283531"/>
              </a:xfrm>
              <a:prstGeom prst="roundRect">
                <a:avLst/>
              </a:prstGeom>
              <a:solidFill>
                <a:schemeClr val="bg1"/>
              </a:solidFill>
              <a:ln cap="flat" w="9525">
                <a:solidFill>
                  <a:schemeClr val="accent1"/>
                </a:solidFill>
                <a:prstDash val="solid"/>
                <a:round/>
              </a:ln>
              <a:effectLst>
                <a:outerShdw blurRad="254000" dir="10800000" dist="19050">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95250" lIns="95250" rIns="95250" rtlCol="0" tIns="95250">
                <a:normAutofit fontScale="100000" lnSpcReduction="0"/>
              </a:bodyPr>
              <a:lstStyle/>
              <a:p>
                <a:pPr algn="ctr"/>
                <a:r>
                  <a:rPr b="1" dirty="0" lang="en-US" sz="1000">
                    <a:solidFill>
                      <a:schemeClr val="accent1"/>
                    </a:solidFill>
                    <a:latin typeface="+mn-lt"/>
                  </a:rPr>
                  <a:t> </a:t>
                </a:r>
                <a:r>
                  <a:rPr b="1" dirty="0" lang="en-US" sz="1200">
                    <a:solidFill>
                      <a:schemeClr val="tx1"/>
                    </a:solidFill>
                    <a:latin typeface="Open Sans"/>
                  </a:rPr>
                  <a:t>Microbial Fuel Cell (</a:t>
                </a:r>
                <a:r>
                  <a:rPr b="1" dirty="0" err="1" lang="en-US" sz="1200">
                    <a:solidFill>
                      <a:schemeClr val="tx1"/>
                    </a:solidFill>
                    <a:latin typeface="Open Sans"/>
                  </a:rPr>
                  <a:t>MFC</a:t>
                </a:r>
                <a:r>
                  <a:rPr b="1" dirty="0" lang="en-US" sz="1200">
                    <a:solidFill>
                      <a:schemeClr val="tx1"/>
                    </a:solidFill>
                    <a:latin typeface="Open Sans"/>
                  </a:rPr>
                  <a:t>)</a:t>
                </a:r>
                <a:endParaRPr b="1" dirty="0" lang="en-US" sz="1200">
                  <a:solidFill>
                    <a:schemeClr val="tx1"/>
                  </a:solidFill>
                  <a:latin typeface="Open Sans"/>
                </a:endParaRPr>
              </a:p>
            </p:txBody>
          </p:sp>
          <p:sp>
            <p:nvSpPr>
              <p:cNvPr id="7" name="">
                <a:extLst>
                  <a:ext uri="{BE8BDB8B-5F39-4C89-BAC4-DE28B6B2A4EA}">
                    <a16:creationId xmlns:a16="http://schemas.microsoft.com/office/drawing/2010/main" id="{404603B1-20A7-43F5-AD89-7E4AC9B4BF37}"/>
                  </a:ext>
                </a:extLst>
              </p:cNvPr>
              <p:cNvSpPr>
                <a:spLocks noChangeAspect="true" noMove="true" noResize="true" noRot="true" noSelect="true"/>
              </p:cNvSpPr>
              <p:nvPr/>
            </p:nvSpPr>
            <p:spPr>
              <a:xfrm flipH="false" flipV="false" rot="0">
                <a:off x="1047750" y="1857375"/>
                <a:ext cx="227895" cy="227895"/>
              </a:xfrm>
              <a:prstGeom prst="ellipse">
                <a:avLst/>
              </a:prstGeom>
              <a:solidFill>
                <a:schemeClr val="accent1"/>
              </a:solidFill>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r>
                  <a:rPr dirty="0" lang="en-US" sz="800">
                    <a:latin typeface="Open Sans-demi_bold"/>
                  </a:rPr>
                  <a:t>01</a:t>
                </a:r>
                <a:endParaRPr dirty="0" lang="en-US" sz="800">
                  <a:latin typeface="Open Sans-demi_bold"/>
                </a:endParaRPr>
              </a:p>
            </p:txBody>
          </p:sp>
        </p:grpSp>
        <p:grpSp>
          <p:nvGrpSpPr>
            <p:cNvPr id="8" name="">
              <a:extLst>
                <a:ext uri="{24CD31AA-DE4F-436C-8E57-6C141D64941D}">
                  <a16:creationId xmlns:a16="http://schemas.microsoft.com/office/drawing/2010/main" id="{18ADD6A2-4A00-4656-8E7A-C139822657A9}"/>
                </a:ext>
              </a:extLst>
            </p:cNvPr>
            <p:cNvGrpSpPr>
              <a:grpSpLocks noChangeAspect="true" noUngrp="true"/>
            </p:cNvGrpSpPr>
            <p:nvPr/>
          </p:nvGrpSpPr>
          <p:grpSpPr>
            <a:xfrm flipH="false" flipV="false" rot="360000">
              <a:off x="2031903" y="1913961"/>
              <a:ext cx="1332204" cy="1283531"/>
              <a:chOff x="971550" y="1781175"/>
              <a:chExt cx="1332204" cy="1283531"/>
            </a:xfrm>
          </p:grpSpPr>
          <p:sp>
            <p:nvSpPr>
              <p:cNvPr id="9" name="Rectangle  - List Diagram 3 ">
                <a:extLst>
                  <a:ext uri="{85EC73A4-546D-4AF7-B0D0-73E80A012C1B}">
                    <a16:creationId xmlns:a16="http://schemas.microsoft.com/office/drawing/2010/main" id="{8C5579E3-0B10-412C-8883-5A3746DD01F4}"/>
                  </a:ext>
                </a:extLst>
              </p:cNvPr>
              <p:cNvSpPr>
                <a:spLocks noChangeAspect="true" noMove="true" noResize="true" noRot="true" noSelect="true"/>
              </p:cNvSpPr>
              <p:nvPr/>
            </p:nvSpPr>
            <p:spPr>
              <a:xfrm flipH="false" flipV="false" rot="0">
                <a:off x="971550" y="1781175"/>
                <a:ext cx="1332204" cy="1283531"/>
              </a:xfrm>
              <a:prstGeom prst="roundRect">
                <a:avLst/>
              </a:prstGeom>
              <a:solidFill>
                <a:schemeClr val="bg1"/>
              </a:solidFill>
              <a:ln cap="flat" w="9525">
                <a:solidFill>
                  <a:schemeClr val="accent2"/>
                </a:solidFill>
                <a:prstDash val="solid"/>
                <a:round/>
              </a:ln>
              <a:effectLst>
                <a:outerShdw blurRad="254000" dir="10800000" dist="19050">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95250" lIns="95250" rIns="95250" rtlCol="0" tIns="95250">
                <a:normAutofit fontScale="100000" lnSpcReduction="0"/>
              </a:bodyPr>
              <a:lstStyle/>
              <a:p>
                <a:pPr algn="ctr"/>
                <a:r>
                  <a:rPr b="1" dirty="0" lang="en-US" sz="1000">
                    <a:solidFill>
                      <a:schemeClr val="accent2"/>
                    </a:solidFill>
                    <a:latin typeface="+mn-lt"/>
                  </a:rPr>
                  <a:t> </a:t>
                </a:r>
                <a:r>
                  <a:rPr b="1" dirty="0" lang="en-US" sz="1200">
                    <a:solidFill>
                      <a:schemeClr val="tx1"/>
                    </a:solidFill>
                    <a:latin typeface="Open Sans"/>
                  </a:rPr>
                  <a:t>Organic Waste (Agricultural &amp; Sewage Waste)</a:t>
                </a:r>
                <a:endParaRPr b="1" dirty="0" lang="en-US" sz="1200">
                  <a:solidFill>
                    <a:schemeClr val="tx1"/>
                  </a:solidFill>
                  <a:latin typeface="Open Sans"/>
                </a:endParaRPr>
              </a:p>
            </p:txBody>
          </p:sp>
          <p:sp>
            <p:nvSpPr>
              <p:cNvPr id="10" name="">
                <a:extLst>
                  <a:ext uri="{A450178C-A385-4DD0-B65D-379CE721C02F}">
                    <a16:creationId xmlns:a16="http://schemas.microsoft.com/office/drawing/2010/main" id="{92A940B3-CC29-42B3-B055-C1E450D5FDD2}"/>
                  </a:ext>
                </a:extLst>
              </p:cNvPr>
              <p:cNvSpPr>
                <a:spLocks noChangeAspect="true" noMove="true" noResize="true" noRot="true" noSelect="true"/>
              </p:cNvSpPr>
              <p:nvPr/>
            </p:nvSpPr>
            <p:spPr>
              <a:xfrm flipH="false" flipV="false" rot="0">
                <a:off x="1047750" y="1857375"/>
                <a:ext cx="227895" cy="227895"/>
              </a:xfrm>
              <a:prstGeom prst="ellipse">
                <a:avLst/>
              </a:prstGeom>
              <a:solidFill>
                <a:schemeClr val="accent2"/>
              </a:solidFill>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r>
                  <a:rPr dirty="0" lang="en-US" sz="800">
                    <a:solidFill>
                      <a:schemeClr val="bg1"/>
                    </a:solidFill>
                    <a:latin typeface="Open Sans-demi_bold"/>
                  </a:rPr>
                  <a:t>02</a:t>
                </a:r>
                <a:endParaRPr dirty="0" lang="en-US" sz="800">
                  <a:solidFill>
                    <a:schemeClr val="bg1"/>
                  </a:solidFill>
                  <a:latin typeface="Open Sans-demi_bold"/>
                </a:endParaRPr>
              </a:p>
            </p:txBody>
          </p:sp>
        </p:grpSp>
        <p:grpSp>
          <p:nvGrpSpPr>
            <p:cNvPr id="11" name="">
              <a:extLst>
                <a:ext uri="{8D24B7CA-5734-4C3D-85F5-AD68581FF1B6}">
                  <a16:creationId xmlns:a16="http://schemas.microsoft.com/office/drawing/2010/main" id="{52C3E8FC-7AAF-46A7-A3CB-ABF960D91E61}"/>
                </a:ext>
              </a:extLst>
            </p:cNvPr>
            <p:cNvGrpSpPr>
              <a:grpSpLocks noChangeAspect="true" noUngrp="true"/>
            </p:cNvGrpSpPr>
            <p:nvPr/>
          </p:nvGrpSpPr>
          <p:grpSpPr>
            <a:xfrm flipH="false" flipV="false" rot="21300000">
              <a:off x="3266791" y="1913961"/>
              <a:ext cx="1332204" cy="1283531"/>
              <a:chOff x="971550" y="1781175"/>
              <a:chExt cx="1332204" cy="1283531"/>
            </a:xfrm>
          </p:grpSpPr>
          <p:sp>
            <p:nvSpPr>
              <p:cNvPr id="12" name="Rectangle  - List Diagram 3 ">
                <a:extLst>
                  <a:ext uri="{4788ADB4-3253-4D56-A337-840307998435}">
                    <a16:creationId xmlns:a16="http://schemas.microsoft.com/office/drawing/2010/main" id="{E5A5AC79-EDF4-49EA-B3F6-88658F04148C}"/>
                  </a:ext>
                </a:extLst>
              </p:cNvPr>
              <p:cNvSpPr>
                <a:spLocks noChangeAspect="true" noMove="true" noResize="true" noRot="true" noSelect="true"/>
              </p:cNvSpPr>
              <p:nvPr/>
            </p:nvSpPr>
            <p:spPr>
              <a:xfrm flipH="false" flipV="false" rot="0">
                <a:off x="971550" y="1781175"/>
                <a:ext cx="1332204" cy="1283531"/>
              </a:xfrm>
              <a:prstGeom prst="roundRect">
                <a:avLst/>
              </a:prstGeom>
              <a:solidFill>
                <a:schemeClr val="bg1"/>
              </a:solidFill>
              <a:ln cap="flat" w="9525">
                <a:solidFill>
                  <a:schemeClr val="accent3"/>
                </a:solidFill>
                <a:prstDash val="solid"/>
                <a:round/>
              </a:ln>
              <a:effectLst>
                <a:outerShdw blurRad="254000" dir="10800000" dist="19050">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95250" lIns="95250" rIns="95250" rtlCol="0" tIns="95250">
                <a:normAutofit fontScale="100000" lnSpcReduction="0"/>
              </a:bodyPr>
              <a:lstStyle/>
              <a:p>
                <a:pPr algn="ctr"/>
                <a:r>
                  <a:rPr b="1" dirty="0" lang="en-US" sz="1200">
                    <a:solidFill>
                      <a:schemeClr val="tx1"/>
                    </a:solidFill>
                    <a:latin typeface="+mn-lt"/>
                  </a:rPr>
                  <a:t> </a:t>
                </a:r>
                <a:r>
                  <a:rPr b="1" dirty="0" lang="en-US" sz="1200">
                    <a:solidFill>
                      <a:schemeClr val="tx1"/>
                    </a:solidFill>
                    <a:latin typeface="Open Sans"/>
                  </a:rPr>
                  <a:t>Piezoelectric </a:t>
                </a:r>
                <a:r>
                  <a:rPr b="1" dirty="0" err="1" lang="en-US" sz="1200">
                    <a:solidFill>
                      <a:schemeClr val="tx1"/>
                    </a:solidFill>
                    <a:latin typeface="Open Sans"/>
                  </a:rPr>
                  <a:t>Nanomaterials</a:t>
                </a:r>
                <a:endParaRPr b="1" dirty="0" err="1" lang="en-US" sz="1200">
                  <a:solidFill>
                    <a:schemeClr val="tx1"/>
                  </a:solidFill>
                  <a:latin typeface="Open Sans"/>
                </a:endParaRPr>
              </a:p>
            </p:txBody>
          </p:sp>
          <p:sp>
            <p:nvSpPr>
              <p:cNvPr id="13" name="">
                <a:extLst>
                  <a:ext uri="{EF13FB93-D289-41D0-8895-BB820C792FC6}">
                    <a16:creationId xmlns:a16="http://schemas.microsoft.com/office/drawing/2010/main" id="{E54D3973-D1AF-4FF2-98B5-008082B386AC}"/>
                  </a:ext>
                </a:extLst>
              </p:cNvPr>
              <p:cNvSpPr>
                <a:spLocks noChangeAspect="true" noMove="true" noResize="true" noRot="true" noSelect="true"/>
              </p:cNvSpPr>
              <p:nvPr/>
            </p:nvSpPr>
            <p:spPr>
              <a:xfrm flipH="false" flipV="false" rot="0">
                <a:off x="1047750" y="1857375"/>
                <a:ext cx="227895" cy="227895"/>
              </a:xfrm>
              <a:prstGeom prst="ellipse">
                <a:avLst/>
              </a:prstGeom>
              <a:solidFill>
                <a:schemeClr val="accent3"/>
              </a:solidFill>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r>
                  <a:rPr dirty="0" lang="en-US" sz="800">
                    <a:latin typeface="Open Sans-demi_bold"/>
                  </a:rPr>
                  <a:t>03</a:t>
                </a:r>
                <a:endParaRPr dirty="0" lang="en-US" sz="800">
                  <a:latin typeface="Open Sans-demi_bold"/>
                </a:endParaRPr>
              </a:p>
            </p:txBody>
          </p:sp>
        </p:grpSp>
        <p:grpSp>
          <p:nvGrpSpPr>
            <p:cNvPr id="14" name="">
              <a:extLst>
                <a:ext uri="{D8F8B7BE-31FA-4186-ADA5-79B433396150}">
                  <a16:creationId xmlns:a16="http://schemas.microsoft.com/office/drawing/2010/main" id="{624ABCD8-3233-4192-81A4-C980615F062A}"/>
                </a:ext>
              </a:extLst>
            </p:cNvPr>
            <p:cNvGrpSpPr>
              <a:grpSpLocks noChangeAspect="true" noUngrp="true"/>
            </p:cNvGrpSpPr>
            <p:nvPr/>
          </p:nvGrpSpPr>
          <p:grpSpPr>
            <a:xfrm flipH="false" flipV="false" rot="300000">
              <a:off x="4532492" y="1913961"/>
              <a:ext cx="1332204" cy="1283531"/>
              <a:chOff x="971550" y="1781175"/>
              <a:chExt cx="1332204" cy="1283531"/>
            </a:xfrm>
          </p:grpSpPr>
          <p:sp>
            <p:nvSpPr>
              <p:cNvPr id="15" name="Rectangle  - List Diagram 3 ">
                <a:extLst>
                  <a:ext uri="{B95660F5-A726-4366-A795-F1D80047C96A}">
                    <a16:creationId xmlns:a16="http://schemas.microsoft.com/office/drawing/2010/main" id="{4883CD4F-F912-4D30-A033-4DD9875D4435}"/>
                  </a:ext>
                </a:extLst>
              </p:cNvPr>
              <p:cNvSpPr>
                <a:spLocks noChangeAspect="true" noMove="true" noResize="true" noRot="true" noSelect="true"/>
              </p:cNvSpPr>
              <p:nvPr/>
            </p:nvSpPr>
            <p:spPr>
              <a:xfrm flipH="false" flipV="false" rot="0">
                <a:off x="971550" y="1781175"/>
                <a:ext cx="1332204" cy="1283531"/>
              </a:xfrm>
              <a:prstGeom prst="roundRect">
                <a:avLst/>
              </a:prstGeom>
              <a:solidFill>
                <a:schemeClr val="bg1"/>
              </a:solidFill>
              <a:ln cap="flat" w="9525">
                <a:solidFill>
                  <a:schemeClr val="accent4"/>
                </a:solidFill>
                <a:prstDash val="solid"/>
                <a:round/>
              </a:ln>
              <a:effectLst>
                <a:outerShdw blurRad="254000" dir="10800000" dist="19050">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95250" lIns="95250" rIns="95250" rtlCol="0" tIns="95250">
                <a:normAutofit fontScale="100000" lnSpcReduction="0"/>
              </a:bodyPr>
              <a:lstStyle/>
              <a:p>
                <a:pPr algn="ctr"/>
                <a:r>
                  <a:rPr b="1" dirty="0" lang="en-US" sz="1200">
                    <a:solidFill>
                      <a:schemeClr val="tx1"/>
                    </a:solidFill>
                    <a:latin typeface="+mn-lt"/>
                  </a:rPr>
                  <a:t> </a:t>
                </a:r>
                <a:r>
                  <a:rPr b="1" dirty="0" lang="en-US" sz="1200">
                    <a:solidFill>
                      <a:schemeClr val="tx1"/>
                    </a:solidFill>
                    <a:latin typeface="Open Sans"/>
                  </a:rPr>
                  <a:t>Energy Collection Unit</a:t>
                </a:r>
                <a:endParaRPr b="1" dirty="0" lang="en-US" sz="1200">
                  <a:solidFill>
                    <a:schemeClr val="tx1"/>
                  </a:solidFill>
                  <a:latin typeface="Open Sans"/>
                </a:endParaRPr>
              </a:p>
            </p:txBody>
          </p:sp>
          <p:sp>
            <p:nvSpPr>
              <p:cNvPr id="16" name="">
                <a:extLst>
                  <a:ext uri="{1DFFE233-5BBA-4FC5-8825-7FBB690B5F9E}">
                    <a16:creationId xmlns:a16="http://schemas.microsoft.com/office/drawing/2010/main" id="{36ABD2EE-641E-437F-B9AE-1C06231EA0FA}"/>
                  </a:ext>
                </a:extLst>
              </p:cNvPr>
              <p:cNvSpPr>
                <a:spLocks noChangeAspect="true" noMove="true" noResize="true" noRot="true" noSelect="true"/>
              </p:cNvSpPr>
              <p:nvPr/>
            </p:nvSpPr>
            <p:spPr>
              <a:xfrm flipH="false" flipV="false" rot="0">
                <a:off x="1047750" y="1857375"/>
                <a:ext cx="227895" cy="227895"/>
              </a:xfrm>
              <a:prstGeom prst="ellipse">
                <a:avLst/>
              </a:prstGeom>
              <a:solidFill>
                <a:schemeClr val="accent4"/>
              </a:solidFill>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r>
                  <a:rPr dirty="0" lang="en-US" sz="800">
                    <a:latin typeface="Open Sans-demi_bold"/>
                  </a:rPr>
                  <a:t>04</a:t>
                </a:r>
                <a:endParaRPr dirty="0" lang="en-US" sz="800">
                  <a:latin typeface="Open Sans-demi_bold"/>
                </a:endParaRPr>
              </a:p>
            </p:txBody>
          </p:sp>
        </p:grpSp>
      </p:grpSp>
    </p:spTree>
    <p:extLst>
      <p:ext uri="{A3D8B733-6ABD-4F5A-9FC0-25E0BE5B18C3}">
        <p14:creationId xmlns:p14="http://schemas.microsoft.com/office/powerpoint/2010/main" val="1782065428995"/>
      </p:ext>
    </p:extLst>
  </p:cSld>
  <p:clrMapOvr>
    <a:masterClrMapping/>
  </p:clrMapOvr>
</p:sld>
</file>

<file path=ppt/slides/slide6.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6EA19486-FE1D-4EB3-98FB-852F90CF22DF}">
                <a16:creationId xmlns:a16="http://schemas.microsoft.com/office/drawing/2010/main" id="{6EEFAE59-1B9B-477F-A5D5-38AEF3576EF5}"/>
              </a:ext>
            </a:extLst>
          </p:cNvPr>
          <p:cNvSpPr>
            <a:spLocks noGrp="true"/>
          </p:cNvSpPr>
          <p:nvPr>
            <p:ph type="title"/>
          </p:nvPr>
        </p:nvSpPr>
        <p:spPr/>
        <p:txBody>
          <a:bodyPr rtlCol="0"/>
          <a:lstStyle/>
          <a:p>
            <a:pPr/>
            <a:r>
              <a:rPr dirty="0" lang="en-US"/>
              <a:t>WORKING PRINCIPLE</a:t>
            </a:r>
            <a:endParaRPr dirty="0" lang="en-US"/>
          </a:p>
        </p:txBody>
      </p:sp>
      <p:grpSp>
        <p:nvGrpSpPr>
          <p:cNvPr id="3" name="Process Diagram 3">
            <a:extLst>
              <a:ext uri="{6C1DD773-6AE0-4477-94BB-5282D5C94103}">
                <a16:creationId xmlns:a16="http://schemas.microsoft.com/office/drawing/2010/main" id="{93B2407C-C8C5-41D8-8290-D8A88A880717}"/>
              </a:ext>
            </a:extLst>
          </p:cNvPr>
          <p:cNvGrpSpPr>
            <a:grpSpLocks noChangeAspect="true"/>
          </p:cNvGrpSpPr>
          <p:nvPr/>
        </p:nvGrpSpPr>
        <p:grpSpPr>
          <a:xfrm flipH="false" flipV="false" rot="0">
            <a:off x="627830" y="1738064"/>
            <a:ext cx="8076876" cy="2440495"/>
            <a:chOff x="592769" y="1371600"/>
            <a:chExt cx="7943850" cy="2400300"/>
          </a:xfrm>
        </p:grpSpPr>
        <p:grpSp>
          <p:nvGrpSpPr>
            <p:cNvPr id="4" name="">
              <a:extLst>
                <a:ext uri="{AA6A7D30-CB86-412F-8A0F-90C5F620F5CC}">
                  <a16:creationId xmlns:a16="http://schemas.microsoft.com/office/drawing/2010/main" id="{F81284D7-BD02-4E6D-B977-E37C03C27632}"/>
                </a:ext>
              </a:extLst>
            </p:cNvPr>
            <p:cNvGrpSpPr>
              <a:grpSpLocks noChangeAspect="true" noUngrp="true"/>
            </p:cNvGrpSpPr>
            <p:nvPr/>
          </p:nvGrpSpPr>
          <p:grpSpPr>
            <a:xfrm flipH="false" flipV="false" rot="0">
              <a:off x="592769" y="1371600"/>
              <a:ext cx="2070433" cy="2389879"/>
              <a:chOff x="600075" y="1371600"/>
              <a:chExt cx="2070433" cy="2389879"/>
            </a:xfrm>
          </p:grpSpPr>
          <p:sp>
            <p:nvSpPr>
              <p:cNvPr id="5" name="">
                <a:extLst>
                  <a:ext uri="{1E533CBB-6FAC-41F2-BC86-0C480B306581}">
                    <a16:creationId xmlns:a16="http://schemas.microsoft.com/office/drawing/2010/main" id="{B645174F-BE02-4BAD-BF35-B728E13FCB9F}"/>
                  </a:ext>
                </a:extLst>
              </p:cNvPr>
              <p:cNvSpPr txBox="1">
                <a:spLocks noMove="true" noResize="true" noRot="true" noSelect="true"/>
              </p:cNvSpPr>
              <p:nvPr/>
            </p:nvSpPr>
            <p:spPr>
              <a:xfrm flipH="false" flipV="false" rot="0">
                <a:off x="1050409" y="1371600"/>
                <a:ext cx="819150" cy="360162"/>
              </a:xfrm>
              <a:prstGeom prst="roundRect">
                <a:avLst>
                  <a:gd fmla="val 50000" name="adj"/>
                </a:avLst>
              </a:prstGeom>
              <a:solidFill>
                <a:schemeClr val="accent1"/>
              </a:solidFill>
            </p:spPr>
            <p:txBody>
              <a:bodyPr anchor="ctr" bIns="47625" lIns="0" rIns="0" rtlCol="0" tIns="47625">
                <a:normAutofit fontScale="100000" lnSpcReduction="0"/>
              </a:bodyPr>
              <a:lstStyle/>
              <a:p>
                <a:pPr algn="ctr">
                  <a:defRPr dirty="0" lang="en-US" sz="1500"/>
                </a:pPr>
                <a:r>
                  <a:rPr b="1" dirty="0" lang="en-US" sz="900">
                    <a:solidFill>
                      <a:schemeClr val="bg1"/>
                    </a:solidFill>
                    <a:latin typeface="Open Sans-demi_bold"/>
                  </a:rPr>
                  <a:t>Level 1</a:t>
                </a:r>
                <a:endParaRPr b="1" dirty="0" lang="en-US" sz="900">
                  <a:solidFill>
                    <a:schemeClr val="bg1"/>
                  </a:solidFill>
                  <a:latin typeface="Open Sans-demi_bold"/>
                </a:endParaRPr>
              </a:p>
            </p:txBody>
          </p:sp>
          <p:sp>
            <p:nvSpPr>
              <p:cNvPr id="6" name="Path">
                <a:extLst>
                  <a:ext uri="{71E53393-50DA-468E-8A28-C8C3C8DC1022}">
                    <a16:creationId xmlns:a16="http://schemas.microsoft.com/office/drawing/2010/main" id="{BA40D427-C729-48B4-8860-1A3576D291DB}"/>
                  </a:ext>
                </a:extLst>
              </p:cNvPr>
              <p:cNvSpPr>
                <a:spLocks noChangeAspect="true" noMove="true" noResize="true" noRot="true" noSelect="true"/>
              </p:cNvSpPr>
              <p:nvPr/>
            </p:nvSpPr>
            <p:spPr>
              <a:xfrm flipH="false" flipV="false" rot="0">
                <a:off x="600075" y="2046979"/>
                <a:ext cx="2070433" cy="1714500"/>
              </a:xfrm>
              <a:custGeom>
                <a:avLst/>
                <a:gdLst/>
                <a:ahLst/>
                <a:cxnLst/>
                <a:rect b="b" l="0" r="r" t="0"/>
                <a:pathLst>
                  <a:path h="1847852" w="2231470">
                    <a:moveTo>
                      <a:pt x="923925" y="0"/>
                    </a:moveTo>
                    <a:cubicBezTo>
                      <a:pt x="413656" y="0"/>
                      <a:pt x="0" y="413656"/>
                      <a:pt x="0" y="923926"/>
                    </a:cubicBezTo>
                    <a:cubicBezTo>
                      <a:pt x="0" y="1434196"/>
                      <a:pt x="413656" y="1847852"/>
                      <a:pt x="923925" y="1847852"/>
                    </a:cubicBezTo>
                    <a:cubicBezTo>
                      <a:pt x="1157913" y="1847852"/>
                      <a:pt x="1371586" y="1760871"/>
                      <a:pt x="1534372" y="1617478"/>
                    </a:cubicBezTo>
                    <a:lnTo>
                      <a:pt x="1536145" y="1619250"/>
                    </a:lnTo>
                    <a:lnTo>
                      <a:pt x="2231470" y="923925"/>
                    </a:lnTo>
                    <a:lnTo>
                      <a:pt x="1536145" y="228600"/>
                    </a:lnTo>
                    <a:lnTo>
                      <a:pt x="1534372" y="230373"/>
                    </a:lnTo>
                    <a:cubicBezTo>
                      <a:pt x="1371585" y="86981"/>
                      <a:pt x="1157913" y="0"/>
                      <a:pt x="923925" y="0"/>
                    </a:cubicBezTo>
                    <a:close/>
                  </a:path>
                </a:pathLst>
              </a:custGeom>
              <a:solidFill>
                <a:schemeClr val="accent1">
                  <a:alpha val="100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7" name="Oval  - Process Diagram 3 ">
                <a:extLst>
                  <a:ext uri="{69414303-D7F2-468C-BBEC-266464F0FE05}">
                    <a16:creationId xmlns:a16="http://schemas.microsoft.com/office/drawing/2010/main" id="{CC91847E-8C7B-490F-AA92-783180175781}"/>
                  </a:ext>
                </a:extLst>
              </p:cNvPr>
              <p:cNvSpPr>
                <a:spLocks noChangeAspect="true" noMove="true" noResize="true" noRot="true" noSelect="true"/>
              </p:cNvSpPr>
              <p:nvPr/>
            </p:nvSpPr>
            <p:spPr>
              <a:xfrm flipH="false" flipV="false" rot="0">
                <a:off x="745609" y="2189856"/>
                <a:ext cx="1428750" cy="1428750"/>
              </a:xfrm>
              <a:prstGeom prst="ellipse">
                <a:avLst/>
              </a:prstGeom>
              <a:solidFill>
                <a:schemeClr val="bg1"/>
              </a:solidFill>
              <a:ln cap="flat" w="9525">
                <a:noFill/>
                <a:prstDash val="solid"/>
                <a:round/>
              </a:ln>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Autofit/>
              </a:bodyPr>
              <a:lstStyle/>
              <a:p>
                <a:pPr algn="ctr"/>
                <a:r>
                  <a:rPr b="0" dirty="0" lang="en-US" sz="1000">
                    <a:solidFill>
                      <a:schemeClr val="tx1"/>
                    </a:solidFill>
                    <a:latin typeface="Open Sans"/>
                  </a:rPr>
                  <a:t>Microorganisms break down organic matter.</a:t>
                </a:r>
                <a:endParaRPr b="0" dirty="0" lang="en-US" sz="1000">
                  <a:solidFill>
                    <a:schemeClr val="tx1"/>
                  </a:solidFill>
                  <a:latin typeface="Open Sans"/>
                </a:endParaRPr>
              </a:p>
            </p:txBody>
          </p:sp>
        </p:grpSp>
        <p:cxnSp>
          <p:nvCxnSpPr>
            <p:cNvPr id="8" name="">
              <a:extLst>
                <a:ext uri="{1E61C255-4AE2-44DF-9674-43A8A7BCB65D}">
                  <a16:creationId xmlns:a16="http://schemas.microsoft.com/office/drawing/2010/main" id="{AB3A6A08-6D68-4E4E-8BC8-117956FE4E20}"/>
                </a:ext>
              </a:extLst>
            </p:cNvPr>
            <p:cNvCxnSpPr>
              <a:stCxn id="5" idx="3"/>
              <a:endCxn id="10" idx="1"/>
            </p:cNvCxnSpPr>
            <p:nvPr/>
          </p:nvCxnSpPr>
          <p:spPr>
            <a:xfrm flipH="false" flipV="false" rot="0">
              <a:off x="1862251" y="1552575"/>
              <a:ext cx="1257938" cy="0"/>
            </a:xfrm>
            <a:prstGeom prst="line">
              <a:avLst/>
            </a:prstGeom>
            <a:ln cap="flat" w="9525">
              <a:solidFill>
                <a:schemeClr val="bg1">
                  <a:lumMod val="85000"/>
                </a:schemeClr>
              </a:solidFill>
              <a:prstDash val="solid"/>
              <a:round/>
            </a:ln>
          </p:spPr>
          <p:style>
            <a:lnRef idx="1">
              <a:schemeClr val="accent1"/>
            </a:lnRef>
            <a:fillRef idx="1">
              <a:schemeClr val="accent1"/>
            </a:fillRef>
            <a:effectRef idx="0">
              <a:schemeClr val="accent1"/>
            </a:effectRef>
            <a:fontRef idx="minor">
              <a:srgbClr val="ffffff"/>
            </a:fontRef>
          </p:style>
        </p:cxnSp>
        <p:grpSp>
          <p:nvGrpSpPr>
            <p:cNvPr id="9" name="">
              <a:extLst>
                <a:ext uri="{0F168DB0-B073-4454-86FD-18E7A5E12EAE}">
                  <a16:creationId xmlns:a16="http://schemas.microsoft.com/office/drawing/2010/main" id="{D64E16D3-2B21-4980-9CED-49BB83AC0E9D}"/>
                </a:ext>
              </a:extLst>
            </p:cNvPr>
            <p:cNvGrpSpPr>
              <a:grpSpLocks noChangeAspect="true" noUngrp="true"/>
            </p:cNvGrpSpPr>
            <p:nvPr/>
          </p:nvGrpSpPr>
          <p:grpSpPr>
            <a:xfrm flipH="false" flipV="false" rot="0">
              <a:off x="2675448" y="1378153"/>
              <a:ext cx="2070430" cy="2393746"/>
              <a:chOff x="2682754" y="1378153"/>
              <a:chExt cx="2070430" cy="2393746"/>
            </a:xfrm>
          </p:grpSpPr>
          <p:sp>
            <p:nvSpPr>
              <p:cNvPr id="10" name="">
                <a:extLst>
                  <a:ext uri="{D0C5CFE1-C5AD-4724-A947-D6D9316BDB93}">
                    <a16:creationId xmlns:a16="http://schemas.microsoft.com/office/drawing/2010/main" id="{3FE84286-7920-43F7-A638-AF7651C206AF}"/>
                  </a:ext>
                </a:extLst>
              </p:cNvPr>
              <p:cNvSpPr txBox="1">
                <a:spLocks noMove="true" noResize="true" noRot="true" noSelect="true"/>
              </p:cNvSpPr>
              <p:nvPr/>
            </p:nvSpPr>
            <p:spPr>
              <a:xfrm flipH="false" flipV="false" rot="0">
                <a:off x="3127495" y="1378152"/>
                <a:ext cx="819150" cy="339320"/>
              </a:xfrm>
              <a:prstGeom prst="roundRect">
                <a:avLst>
                  <a:gd fmla="val 50000" name="adj"/>
                </a:avLst>
              </a:prstGeom>
              <a:solidFill>
                <a:schemeClr val="accent2"/>
              </a:solidFill>
            </p:spPr>
            <p:txBody>
              <a:bodyPr anchor="ctr" bIns="47625" lIns="0" rIns="0" rtlCol="0" tIns="47625">
                <a:normAutofit fontScale="100000" lnSpcReduction="0"/>
              </a:bodyPr>
              <a:lstStyle/>
              <a:p>
                <a:pPr algn="ctr">
                  <a:defRPr dirty="0" lang="en-US" sz="1500"/>
                </a:pPr>
                <a:r>
                  <a:rPr b="1" dirty="0" lang="en-US" sz="900">
                    <a:solidFill>
                      <a:schemeClr val="bg1"/>
                    </a:solidFill>
                    <a:latin typeface="Open Sans-demi_bold"/>
                  </a:rPr>
                  <a:t>Level 2</a:t>
                </a:r>
                <a:endParaRPr b="1" dirty="0" lang="en-US" sz="900">
                  <a:solidFill>
                    <a:schemeClr val="bg1"/>
                  </a:solidFill>
                  <a:latin typeface="Open Sans-demi_bold"/>
                </a:endParaRPr>
              </a:p>
            </p:txBody>
          </p:sp>
          <p:sp>
            <p:nvSpPr>
              <p:cNvPr id="11" name="">
                <a:extLst>
                  <a:ext uri="{364000DA-9EB3-4798-BC06-CC24CF924344}">
                    <a16:creationId xmlns:a16="http://schemas.microsoft.com/office/drawing/2010/main" id="{BFA9D291-D99D-46E3-B937-E6C14206F38B}"/>
                  </a:ext>
                </a:extLst>
              </p:cNvPr>
              <p:cNvSpPr>
                <a:spLocks noChangeAspect="true" noMove="true" noResize="true" noRot="true" noSelect="true"/>
              </p:cNvSpPr>
              <p:nvPr/>
            </p:nvSpPr>
            <p:spPr>
              <a:xfrm flipH="false" flipV="false" rot="0">
                <a:off x="2682754" y="2057400"/>
                <a:ext cx="2070433" cy="1714500"/>
              </a:xfrm>
              <a:custGeom>
                <a:avLst/>
                <a:gdLst/>
                <a:ahLst/>
                <a:cxnLst/>
                <a:rect b="b" l="0" r="r" t="0"/>
                <a:pathLst>
                  <a:path h="1847852" w="2231470">
                    <a:moveTo>
                      <a:pt x="923925" y="0"/>
                    </a:moveTo>
                    <a:cubicBezTo>
                      <a:pt x="413656" y="0"/>
                      <a:pt x="0" y="413656"/>
                      <a:pt x="0" y="923926"/>
                    </a:cubicBezTo>
                    <a:cubicBezTo>
                      <a:pt x="0" y="1434196"/>
                      <a:pt x="413656" y="1847852"/>
                      <a:pt x="923925" y="1847852"/>
                    </a:cubicBezTo>
                    <a:cubicBezTo>
                      <a:pt x="1157913" y="1847852"/>
                      <a:pt x="1371586" y="1760871"/>
                      <a:pt x="1534372" y="1617478"/>
                    </a:cubicBezTo>
                    <a:lnTo>
                      <a:pt x="1536145" y="1619250"/>
                    </a:lnTo>
                    <a:lnTo>
                      <a:pt x="2231470" y="923925"/>
                    </a:lnTo>
                    <a:lnTo>
                      <a:pt x="1536145" y="228600"/>
                    </a:lnTo>
                    <a:lnTo>
                      <a:pt x="1534372" y="230373"/>
                    </a:lnTo>
                    <a:cubicBezTo>
                      <a:pt x="1371585" y="86981"/>
                      <a:pt x="1157913" y="0"/>
                      <a:pt x="923925" y="0"/>
                    </a:cubicBezTo>
                    <a:close/>
                  </a:path>
                </a:pathLst>
              </a:custGeom>
              <a:solidFill>
                <a:schemeClr val="accent2">
                  <a:alpha val="100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12" name="Oval  - Process Diagram 3 ">
                <a:extLst>
                  <a:ext uri="{F025BBA8-C5EB-4C03-86C2-764271ED7C84}">
                    <a16:creationId xmlns:a16="http://schemas.microsoft.com/office/drawing/2010/main" id="{85982F90-D538-45A1-A5CA-2CD175C7F295}"/>
                  </a:ext>
                </a:extLst>
              </p:cNvPr>
              <p:cNvSpPr>
                <a:spLocks noChangeAspect="true" noMove="true" noResize="true" noRot="true" noSelect="true"/>
              </p:cNvSpPr>
              <p:nvPr/>
            </p:nvSpPr>
            <p:spPr>
              <a:xfrm flipH="false" flipV="false" rot="0">
                <a:off x="2822695" y="2200275"/>
                <a:ext cx="1428750" cy="1428750"/>
              </a:xfrm>
              <a:prstGeom prst="ellipse">
                <a:avLst/>
              </a:prstGeom>
              <a:solidFill>
                <a:schemeClr val="bg1"/>
              </a:solidFill>
              <a:ln cap="flat" w="9525">
                <a:noFill/>
                <a:prstDash val="solid"/>
                <a:round/>
              </a:ln>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lnSpc>
                    <a:spcPct val="110000"/>
                  </a:lnSpc>
                </a:pPr>
                <a:r>
                  <a:rPr b="0" dirty="0" lang="en-US" sz="1200">
                    <a:solidFill>
                      <a:schemeClr val="tx1"/>
                    </a:solidFill>
                    <a:latin typeface="+mn-lt"/>
                  </a:rPr>
                  <a:t> </a:t>
                </a:r>
                <a:r>
                  <a:rPr b="0" dirty="0" lang="en-US" sz="1200">
                    <a:solidFill>
                      <a:schemeClr val="tx1"/>
                    </a:solidFill>
                    <a:latin typeface="Open Sans"/>
                  </a:rPr>
                  <a:t>Electrons are released during the process.</a:t>
                </a:r>
                <a:endParaRPr b="0" dirty="0" lang="en-US" sz="1200">
                  <a:solidFill>
                    <a:schemeClr val="tx1"/>
                  </a:solidFill>
                  <a:latin typeface="Open Sans"/>
                </a:endParaRPr>
              </a:p>
            </p:txBody>
          </p:sp>
        </p:grpSp>
        <p:cxnSp>
          <p:nvCxnSpPr>
            <p:cNvPr id="13" name="">
              <a:extLst>
                <a:ext uri="{D6B68177-C22B-4563-B6B5-4C7AC0CF699E}">
                  <a16:creationId xmlns:a16="http://schemas.microsoft.com/office/drawing/2010/main" id="{427B6047-371E-4F0F-B4C5-89553A5A9E85}"/>
                </a:ext>
              </a:extLst>
            </p:cNvPr>
            <p:cNvCxnSpPr>
              <a:stCxn id="10" idx="3"/>
              <a:endCxn id="15" idx="1"/>
            </p:cNvCxnSpPr>
            <p:nvPr/>
          </p:nvCxnSpPr>
          <p:spPr>
            <a:xfrm flipH="false" flipV="false" rot="0">
              <a:off x="3939340" y="1552575"/>
              <a:ext cx="1256661" cy="0"/>
            </a:xfrm>
            <a:prstGeom prst="line">
              <a:avLst/>
            </a:prstGeom>
            <a:ln cap="flat" w="9525">
              <a:solidFill>
                <a:schemeClr val="bg1">
                  <a:lumMod val="85000"/>
                </a:schemeClr>
              </a:solidFill>
              <a:prstDash val="solid"/>
              <a:round/>
            </a:ln>
          </p:spPr>
          <p:style>
            <a:lnRef idx="1">
              <a:schemeClr val="accent1"/>
            </a:lnRef>
            <a:fillRef idx="1">
              <a:schemeClr val="accent1"/>
            </a:fillRef>
            <a:effectRef idx="0">
              <a:schemeClr val="accent1"/>
            </a:effectRef>
            <a:fontRef idx="minor">
              <a:srgbClr val="ffffff"/>
            </a:fontRef>
          </p:style>
        </p:cxnSp>
        <p:grpSp>
          <p:nvGrpSpPr>
            <p:cNvPr id="14" name="">
              <a:extLst>
                <a:ext uri="{A0902315-C174-43CD-8187-61299BB48CEA}">
                  <a16:creationId xmlns:a16="http://schemas.microsoft.com/office/drawing/2010/main" id="{C7444D94-774A-45AF-87B9-3C736A2CF6CE}"/>
                </a:ext>
              </a:extLst>
            </p:cNvPr>
            <p:cNvGrpSpPr>
              <a:grpSpLocks noChangeAspect="true" noUngrp="true"/>
            </p:cNvGrpSpPr>
            <p:nvPr/>
          </p:nvGrpSpPr>
          <p:grpSpPr>
            <a:xfrm flipH="false" flipV="false" rot="0">
              <a:off x="4745669" y="1371600"/>
              <a:ext cx="2070433" cy="2389881"/>
              <a:chOff x="4752975" y="1371600"/>
              <a:chExt cx="2070433" cy="2389881"/>
            </a:xfrm>
          </p:grpSpPr>
          <p:sp>
            <p:nvSpPr>
              <p:cNvPr id="15" name="">
                <a:extLst>
                  <a:ext uri="{C93F1465-9764-4759-95A4-F53279E9A140}">
                    <a16:creationId xmlns:a16="http://schemas.microsoft.com/office/drawing/2010/main" id="{FFAC92F2-BA79-4332-AA2E-3F4397B8AF39}"/>
                  </a:ext>
                </a:extLst>
              </p:cNvPr>
              <p:cNvSpPr txBox="1">
                <a:spLocks noMove="true" noResize="true" noRot="true" noSelect="true"/>
              </p:cNvSpPr>
              <p:nvPr/>
            </p:nvSpPr>
            <p:spPr>
              <a:xfrm flipH="false" flipV="false" rot="0">
                <a:off x="5203307" y="1371600"/>
                <a:ext cx="819150" cy="360162"/>
              </a:xfrm>
              <a:prstGeom prst="roundRect">
                <a:avLst>
                  <a:gd fmla="val 50000" name="adj"/>
                </a:avLst>
              </a:prstGeom>
              <a:solidFill>
                <a:schemeClr val="accent3"/>
              </a:solidFill>
            </p:spPr>
            <p:txBody>
              <a:bodyPr anchor="ctr" bIns="47625" lIns="0" rIns="0" rtlCol="0" tIns="47625">
                <a:normAutofit fontScale="100000" lnSpcReduction="0"/>
              </a:bodyPr>
              <a:lstStyle/>
              <a:p>
                <a:pPr algn="ctr">
                  <a:defRPr dirty="0" lang="en-US" sz="1500"/>
                </a:pPr>
                <a:r>
                  <a:rPr b="1" dirty="0" lang="en-US" sz="900">
                    <a:solidFill>
                      <a:schemeClr val="bg1"/>
                    </a:solidFill>
                    <a:latin typeface="Open Sans-demi_bold"/>
                  </a:rPr>
                  <a:t>Level 3</a:t>
                </a:r>
                <a:endParaRPr b="1" dirty="0" lang="en-US" sz="900">
                  <a:solidFill>
                    <a:schemeClr val="bg1"/>
                  </a:solidFill>
                  <a:latin typeface="Open Sans-demi_bold"/>
                </a:endParaRPr>
              </a:p>
            </p:txBody>
          </p:sp>
          <p:sp>
            <p:nvSpPr>
              <p:cNvPr id="16" name="Path">
                <a:extLst>
                  <a:ext uri="{D4ADA836-0738-43F0-A2DE-ED98530DD1CC}">
                    <a16:creationId xmlns:a16="http://schemas.microsoft.com/office/drawing/2010/main" id="{A9489ABC-825C-455C-8594-84E5A56D0868}"/>
                  </a:ext>
                </a:extLst>
              </p:cNvPr>
              <p:cNvSpPr>
                <a:spLocks noChangeAspect="true" noMove="true" noResize="true" noRot="true" noSelect="true"/>
              </p:cNvSpPr>
              <p:nvPr/>
            </p:nvSpPr>
            <p:spPr>
              <a:xfrm flipH="false" flipV="false" rot="0">
                <a:off x="4752975" y="2046981"/>
                <a:ext cx="2070433" cy="1714500"/>
              </a:xfrm>
              <a:custGeom>
                <a:avLst/>
                <a:gdLst/>
                <a:ahLst/>
                <a:cxnLst/>
                <a:rect b="b" l="0" r="r" t="0"/>
                <a:pathLst>
                  <a:path h="1847852" w="2231470">
                    <a:moveTo>
                      <a:pt x="923925" y="0"/>
                    </a:moveTo>
                    <a:cubicBezTo>
                      <a:pt x="413656" y="0"/>
                      <a:pt x="0" y="413656"/>
                      <a:pt x="0" y="923926"/>
                    </a:cubicBezTo>
                    <a:cubicBezTo>
                      <a:pt x="0" y="1434196"/>
                      <a:pt x="413656" y="1847852"/>
                      <a:pt x="923925" y="1847852"/>
                    </a:cubicBezTo>
                    <a:cubicBezTo>
                      <a:pt x="1157913" y="1847852"/>
                      <a:pt x="1371586" y="1760871"/>
                      <a:pt x="1534372" y="1617478"/>
                    </a:cubicBezTo>
                    <a:lnTo>
                      <a:pt x="1536145" y="1619250"/>
                    </a:lnTo>
                    <a:lnTo>
                      <a:pt x="2231470" y="923925"/>
                    </a:lnTo>
                    <a:lnTo>
                      <a:pt x="1536145" y="228600"/>
                    </a:lnTo>
                    <a:lnTo>
                      <a:pt x="1534372" y="230373"/>
                    </a:lnTo>
                    <a:cubicBezTo>
                      <a:pt x="1371585" y="86981"/>
                      <a:pt x="1157913" y="0"/>
                      <a:pt x="923925" y="0"/>
                    </a:cubicBezTo>
                    <a:close/>
                  </a:path>
                </a:pathLst>
              </a:custGeom>
              <a:solidFill>
                <a:schemeClr val="accent3">
                  <a:alpha val="100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17" name="Oval  - Process Diagram 3 ">
                <a:extLst>
                  <a:ext uri="{DBD3E26F-9E1F-48EC-A26F-34143F9052DC}">
                    <a16:creationId xmlns:a16="http://schemas.microsoft.com/office/drawing/2010/main" id="{5B4D2000-5272-4D96-9351-B071AA84A7FC}"/>
                  </a:ext>
                </a:extLst>
              </p:cNvPr>
              <p:cNvSpPr>
                <a:spLocks noChangeAspect="true" noMove="true" noResize="true" noRot="true" noSelect="true"/>
              </p:cNvSpPr>
              <p:nvPr/>
            </p:nvSpPr>
            <p:spPr>
              <a:xfrm flipH="false" flipV="false" rot="0">
                <a:off x="4898507" y="2189856"/>
                <a:ext cx="1428750" cy="1428750"/>
              </a:xfrm>
              <a:prstGeom prst="ellipse">
                <a:avLst/>
              </a:prstGeom>
              <a:solidFill>
                <a:schemeClr val="bg1"/>
              </a:solidFill>
              <a:ln cap="flat" w="9525">
                <a:noFill/>
                <a:prstDash val="solid"/>
                <a:round/>
              </a:ln>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r>
                  <a:rPr b="0" dirty="0" lang="en-US" sz="1200">
                    <a:solidFill>
                      <a:schemeClr val="tx1"/>
                    </a:solidFill>
                    <a:latin typeface="+mn-lt"/>
                  </a:rPr>
                  <a:t> </a:t>
                </a:r>
                <a:r>
                  <a:rPr b="0" dirty="0" lang="en-US" sz="1200">
                    <a:solidFill>
                      <a:schemeClr val="tx1"/>
                    </a:solidFill>
                    <a:latin typeface="Open Sans"/>
                  </a:rPr>
                  <a:t>Piezoelectric materials assist energy conversion.</a:t>
                </a:r>
                <a:endParaRPr b="0" dirty="0" lang="en-US" sz="1200">
                  <a:solidFill>
                    <a:schemeClr val="tx1"/>
                  </a:solidFill>
                  <a:latin typeface="Open Sans"/>
                </a:endParaRPr>
              </a:p>
            </p:txBody>
          </p:sp>
        </p:grpSp>
        <p:cxnSp>
          <p:nvCxnSpPr>
            <p:cNvPr id="18" name="">
              <a:extLst>
                <a:ext uri="{C0187F6A-581D-430F-BD84-9CEC79721C0A}">
                  <a16:creationId xmlns:a16="http://schemas.microsoft.com/office/drawing/2010/main" id="{4E681966-D4F8-4D58-BAEF-CE8F6BCF2677}"/>
                </a:ext>
              </a:extLst>
            </p:cNvPr>
            <p:cNvCxnSpPr>
              <a:stCxn id="15" idx="3"/>
              <a:endCxn id="20" idx="1"/>
            </p:cNvCxnSpPr>
            <p:nvPr/>
          </p:nvCxnSpPr>
          <p:spPr>
            <a:xfrm flipH="false" flipV="false" rot="0">
              <a:off x="6015152" y="1552575"/>
              <a:ext cx="1254642" cy="0"/>
            </a:xfrm>
            <a:prstGeom prst="line">
              <a:avLst/>
            </a:prstGeom>
            <a:ln cap="flat" w="9525">
              <a:solidFill>
                <a:schemeClr val="bg1">
                  <a:lumMod val="85000"/>
                </a:schemeClr>
              </a:solidFill>
              <a:prstDash val="solid"/>
              <a:round/>
            </a:ln>
          </p:spPr>
          <p:style>
            <a:lnRef idx="1">
              <a:schemeClr val="accent1"/>
            </a:lnRef>
            <a:fillRef idx="1">
              <a:schemeClr val="accent1"/>
            </a:fillRef>
            <a:effectRef idx="0">
              <a:schemeClr val="accent1"/>
            </a:effectRef>
            <a:fontRef idx="minor">
              <a:srgbClr val="ffffff"/>
            </a:fontRef>
          </p:style>
        </p:cxnSp>
        <p:grpSp>
          <p:nvGrpSpPr>
            <p:cNvPr id="19" name="">
              <a:extLst>
                <a:ext uri="{BB37DB33-C875-48F5-BCF3-1A559D51B365}">
                  <a16:creationId xmlns:a16="http://schemas.microsoft.com/office/drawing/2010/main" id="{1179256D-1143-4CEE-95A0-86A0036B2EF9}"/>
                </a:ext>
              </a:extLst>
            </p:cNvPr>
            <p:cNvGrpSpPr>
              <a:grpSpLocks noChangeAspect="true" noUngrp="true"/>
            </p:cNvGrpSpPr>
            <p:nvPr/>
          </p:nvGrpSpPr>
          <p:grpSpPr>
            <a:xfrm flipH="false" flipV="false" rot="0">
              <a:off x="6822119" y="1371600"/>
              <a:ext cx="1714500" cy="2389883"/>
              <a:chOff x="6829425" y="1371600"/>
              <a:chExt cx="1714500" cy="2389883"/>
            </a:xfrm>
          </p:grpSpPr>
          <p:sp>
            <p:nvSpPr>
              <p:cNvPr id="20" name="">
                <a:extLst>
                  <a:ext uri="{B09B7B1C-B018-470B-85A8-E795052E507F}">
                    <a16:creationId xmlns:a16="http://schemas.microsoft.com/office/drawing/2010/main" id="{3EEE9A19-770F-430A-AC67-B8BDD6E31C16}"/>
                  </a:ext>
                </a:extLst>
              </p:cNvPr>
              <p:cNvSpPr txBox="1">
                <a:spLocks noMove="true" noResize="true" noRot="true" noSelect="true"/>
              </p:cNvSpPr>
              <p:nvPr/>
            </p:nvSpPr>
            <p:spPr>
              <a:xfrm flipH="false" flipV="false" rot="0">
                <a:off x="7277100" y="1371600"/>
                <a:ext cx="819150" cy="360162"/>
              </a:xfrm>
              <a:prstGeom prst="roundRect">
                <a:avLst>
                  <a:gd fmla="val 50000" name="adj"/>
                </a:avLst>
              </a:prstGeom>
              <a:solidFill>
                <a:schemeClr val="accent4"/>
              </a:solidFill>
            </p:spPr>
            <p:txBody>
              <a:bodyPr anchor="ctr" bIns="47625" lIns="0" rIns="0" rtlCol="0" tIns="47625">
                <a:normAutofit fontScale="100000" lnSpcReduction="0"/>
              </a:bodyPr>
              <a:lstStyle/>
              <a:p>
                <a:pPr algn="ctr">
                  <a:defRPr dirty="0" lang="en-US" sz="1500"/>
                </a:pPr>
                <a:r>
                  <a:rPr b="1" dirty="0" lang="en-US" sz="900">
                    <a:solidFill>
                      <a:schemeClr val="bg1"/>
                    </a:solidFill>
                    <a:latin typeface="Open Sans-demi_bold"/>
                  </a:rPr>
                  <a:t>Level 4</a:t>
                </a:r>
                <a:endParaRPr b="1" dirty="0" lang="en-US" sz="900">
                  <a:solidFill>
                    <a:schemeClr val="bg1"/>
                  </a:solidFill>
                  <a:latin typeface="Open Sans-demi_bold"/>
                </a:endParaRPr>
              </a:p>
            </p:txBody>
          </p:sp>
          <p:sp>
            <p:nvSpPr>
              <p:cNvPr id="21" name="Path">
                <a:extLst>
                  <a:ext uri="{66F685CF-E5D2-48B7-8270-77C7D8576E2A}">
                    <a16:creationId xmlns:a16="http://schemas.microsoft.com/office/drawing/2010/main" id="{F429BCDC-8DF2-4C02-9A3F-F3E8E03474FE}"/>
                  </a:ext>
                </a:extLst>
              </p:cNvPr>
              <p:cNvSpPr>
                <a:spLocks noChangeAspect="true" noMove="true" noResize="true" noRot="true" noSelect="true"/>
              </p:cNvSpPr>
              <p:nvPr/>
            </p:nvSpPr>
            <p:spPr>
              <a:xfrm flipH="false" flipV="false" rot="0">
                <a:off x="6829425" y="2046981"/>
                <a:ext cx="1714500" cy="1714501"/>
              </a:xfrm>
              <a:prstGeom prst="ellipse">
                <a:avLst/>
              </a:prstGeom>
              <a:solidFill>
                <a:schemeClr val="accent4"/>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22" name="Oval  - Process Diagram 3 ">
                <a:extLst>
                  <a:ext uri="{F6D2B1EC-14D6-417C-977B-44A5D330CE98}">
                    <a16:creationId xmlns:a16="http://schemas.microsoft.com/office/drawing/2010/main" id="{78FF7C4E-6114-4A61-BE5E-C936C59CA53D}"/>
                  </a:ext>
                </a:extLst>
              </p:cNvPr>
              <p:cNvSpPr>
                <a:spLocks noChangeAspect="true" noMove="true" noResize="true" noRot="true" noSelect="true"/>
              </p:cNvSpPr>
              <p:nvPr/>
            </p:nvSpPr>
            <p:spPr>
              <a:xfrm flipH="false" flipV="false" rot="0">
                <a:off x="6972300" y="2189856"/>
                <a:ext cx="1428750" cy="1428751"/>
              </a:xfrm>
              <a:prstGeom prst="ellipse">
                <a:avLst/>
              </a:prstGeom>
              <a:solidFill>
                <a:schemeClr val="bg1"/>
              </a:solidFill>
              <a:ln cap="flat" w="9525">
                <a:noFill/>
                <a:prstDash val="solid"/>
                <a:round/>
              </a:ln>
              <a:effectLst/>
            </p:spPr>
            <p:style>
              <a:lnRef idx="1">
                <a:schemeClr val="accent1">
                  <a:shade val="50000"/>
                </a:schemeClr>
              </a:lnRef>
              <a:fillRef idx="1">
                <a:schemeClr val="accent1"/>
              </a:fillRef>
              <a:effectRef idx="0">
                <a:schemeClr val="accent1"/>
              </a:effectRef>
              <a:fontRef idx="minor">
                <a:srgbClr val="ffffff"/>
              </a:fontRef>
            </p:style>
            <p:txBody>
              <a:bodyPr anchor="ctr" bIns="0" lIns="0" rIns="0" rtlCol="0" tIns="0">
                <a:normAutofit fontScale="100000" lnSpcReduction="0"/>
              </a:bodyPr>
              <a:lstStyle/>
              <a:p>
                <a:pPr algn="ctr"/>
                <a:r>
                  <a:rPr b="0" dirty="0" lang="en-US" sz="1200">
                    <a:solidFill>
                      <a:schemeClr val="tx1"/>
                    </a:solidFill>
                    <a:latin typeface="+mn-lt"/>
                  </a:rPr>
                  <a:t> </a:t>
                </a:r>
                <a:r>
                  <a:rPr b="0" dirty="0" lang="en-US" sz="1200">
                    <a:solidFill>
                      <a:schemeClr val="tx1"/>
                    </a:solidFill>
                    <a:latin typeface="Open Sans"/>
                  </a:rPr>
                  <a:t>Enhanced electricity generation is achieved.</a:t>
                </a:r>
                <a:endParaRPr b="0" dirty="0" lang="en-US" sz="1200">
                  <a:solidFill>
                    <a:schemeClr val="tx1"/>
                  </a:solidFill>
                  <a:latin typeface="Open Sans"/>
                </a:endParaRPr>
              </a:p>
            </p:txBody>
          </p:sp>
        </p:grpSp>
      </p:grpSp>
    </p:spTree>
    <p:extLst>
      <p:ext uri="{A7D13680-A184-404B-8945-3AC5E1B47BD3}">
        <p14:creationId xmlns:p14="http://schemas.microsoft.com/office/powerpoint/2010/main" val="1782065428998"/>
      </p:ext>
    </p:extLst>
  </p:cSld>
  <p:clrMapOvr>
    <a:masterClrMapping/>
  </p:clrMapOvr>
</p:sld>
</file>

<file path=ppt/slides/slide7.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2F31548B-5973-4459-9E67-5E29276CF29B}">
                <a16:creationId xmlns:a16="http://schemas.microsoft.com/office/drawing/2010/main" id="{A473AC3E-AC44-468C-B03C-48642685168B}"/>
              </a:ext>
            </a:extLst>
          </p:cNvPr>
          <p:cNvSpPr>
            <a:spLocks noGrp="true"/>
          </p:cNvSpPr>
          <p:nvPr>
            <p:ph type="title"/>
          </p:nvPr>
        </p:nvSpPr>
        <p:spPr>
          <a:xfrm rot="0">
            <a:off x="762000" y="349043"/>
            <a:ext cx="7620000" cy="1079706"/>
          </a:xfrm>
        </p:spPr>
        <p:txBody>
          <a:bodyPr rtlCol="0"/>
          <a:lstStyle/>
          <a:p>
            <a:pPr/>
            <a:r>
              <a:rPr dirty="0" lang="en-US"/>
              <a:t>PIEZOELECTRIC </a:t>
            </a:r>
            <a:r>
              <a:rPr dirty="0" err="1" lang="en-US"/>
              <a:t>NANOMATERIALS</a:t>
            </a:r>
            <a:r>
              <a:rPr dirty="0" lang="en-US"/>
              <a:t> USED</a:t>
            </a:r>
            <a:endParaRPr dirty="0" lang="en-US"/>
          </a:p>
        </p:txBody>
      </p:sp>
      <p:sp>
        <p:nvSpPr>
          <p:cNvPr id="3" name="Content Placeholder 2">
            <a:extLst>
              <a:ext uri="{59BE1D43-C2F7-4D36-963C-C1D4DEAEE47A}">
                <a16:creationId xmlns:a16="http://schemas.microsoft.com/office/drawing/2010/main" id="{0C0D01D9-DA18-41AD-9D8B-FF09E7D811C6}"/>
              </a:ext>
            </a:extLst>
          </p:cNvPr>
          <p:cNvSpPr>
            <a:spLocks noGrp="true"/>
          </p:cNvSpPr>
          <p:nvPr>
            <p:ph idx="1"/>
          </p:nvPr>
        </p:nvSpPr>
        <p:spPr>
          <a:xfrm rot="0">
            <a:off x="762000" y="1606810"/>
            <a:ext cx="7620000" cy="3048000"/>
          </a:xfrm>
        </p:spPr>
        <p:txBody>
          <a:bodyPr rtlCol="0"/>
          <a:lstStyle/>
          <a:p>
            <a:pPr/>
            <a:r>
              <a:rPr dirty="0" lang="en-US"/>
              <a:t>Zinc Oxide (</a:t>
            </a:r>
            <a:r>
              <a:rPr dirty="0" err="1" lang="en-US"/>
              <a:t>ZnO</a:t>
            </a:r>
            <a:r>
              <a:rPr dirty="0" lang="en-US"/>
              <a:t>)</a:t>
            </a:r>
          </a:p>
          <a:p>
            <a:pPr/>
            <a:r>
              <a:rPr dirty="0" lang="en-US"/>
              <a:t>Barium </a:t>
            </a:r>
            <a:r>
              <a:rPr dirty="0" err="1" lang="en-US"/>
              <a:t>Titanate</a:t>
            </a:r>
            <a:r>
              <a:rPr dirty="0" lang="en-US"/>
              <a:t> (</a:t>
            </a:r>
            <a:r>
              <a:rPr dirty="0" lang="en-US"/>
              <a:t>BaTiO₃)</a:t>
            </a:r>
          </a:p>
          <a:p>
            <a:pPr/>
            <a:r>
              <a:rPr dirty="0" lang="en-US"/>
              <a:t/>
            </a:r>
          </a:p>
          <a:p>
            <a:pPr/>
            <a:r>
              <a:rPr b="1" dirty="0" err="1" lang="en-US">
                <a:latin typeface="+mn-lt"/>
              </a:rPr>
              <a:t>ADVANTAGES</a:t>
            </a:r>
            <a:r>
              <a:rPr b="1" dirty="0" lang="en-US">
                <a:latin typeface="+mn-lt"/>
              </a:rPr>
              <a:t>:</a:t>
            </a:r>
          </a:p>
          <a:p>
            <a:pPr indent="0" marL="0">
              <a:buNone/>
            </a:pPr>
            <a:r>
              <a:rPr b="1" dirty="0" lang="en-US">
                <a:latin typeface="+mn-lt"/>
              </a:rPr>
              <a:t/>
            </a:r>
            <a:endParaRPr b="1" dirty="0" lang="en-US">
              <a:latin typeface="+mn-lt"/>
            </a:endParaRPr>
          </a:p>
        </p:txBody>
      </p:sp>
      <p:grpSp>
        <p:nvGrpSpPr>
          <p:cNvPr id="4" name="List Diagram 3">
            <a:extLst>
              <a:ext uri="{EF0DEC2C-8AAF-4434-ACC8-4B17FABC923E}">
                <a16:creationId xmlns:a16="http://schemas.microsoft.com/office/drawing/2010/main" id="{C6AF4CC1-BF28-488D-AEBD-6C235760414D}"/>
              </a:ext>
            </a:extLst>
          </p:cNvPr>
          <p:cNvGrpSpPr>
            <a:grpSpLocks noChangeAspect="true"/>
          </p:cNvGrpSpPr>
          <p:nvPr/>
        </p:nvGrpSpPr>
        <p:grpSpPr>
          <a:xfrm flipH="false" flipV="false" rot="0">
            <a:off x="3013738" y="3225403"/>
            <a:ext cx="4080157" cy="1429407"/>
            <a:chOff x="1371600" y="1447800"/>
            <a:chExt cx="6394894" cy="2240327"/>
          </a:xfrm>
        </p:grpSpPr>
        <p:grpSp>
          <p:nvGrpSpPr>
            <p:cNvPr id="5" name="">
              <a:extLst>
                <a:ext uri="{B2B3B2CC-E655-49A1-8F9F-BDDFCCB9FCED}">
                  <a16:creationId xmlns:a16="http://schemas.microsoft.com/office/drawing/2010/main" id="{B1E6ECAD-2EF8-4730-8713-A6483664406B}"/>
                </a:ext>
              </a:extLst>
            </p:cNvPr>
            <p:cNvGrpSpPr>
              <a:grpSpLocks noChangeAspect="true" noUngrp="true"/>
            </p:cNvGrpSpPr>
            <p:nvPr/>
          </p:nvGrpSpPr>
          <p:grpSpPr>
            <a:xfrm flipH="false" flipV="false" rot="0">
              <a:off x="1371600" y="1447800"/>
              <a:ext cx="5790189" cy="627783"/>
              <a:chOff x="796213" y="171230"/>
              <a:chExt cx="5472245" cy="593312"/>
            </a:xfrm>
          </p:grpSpPr>
          <p:sp>
            <p:nvSpPr>
              <p:cNvPr id="6" name="">
                <a:extLst>
                  <a:ext uri="{489B90E2-F956-45E9-84F3-C7B470E867BF}">
                    <a16:creationId xmlns:a16="http://schemas.microsoft.com/office/drawing/2010/main" id="{4CD2D99C-F31C-4888-B48A-AB4AD1490BB0}"/>
                  </a:ext>
                </a:extLst>
              </p:cNvPr>
              <p:cNvSpPr>
                <a:spLocks noChangeAspect="true" noMove="true" noResize="true" noRot="true" noSelect="true"/>
              </p:cNvSpPr>
              <p:nvPr/>
            </p:nvSpPr>
            <p:spPr>
              <a:xfrm flipH="false" flipV="false" rot="0">
                <a:off x="1051836" y="171230"/>
                <a:ext cx="493697" cy="204501"/>
              </a:xfrm>
              <a:custGeom>
                <a:avLst/>
                <a:gdLst/>
                <a:ahLst/>
                <a:cxnLst/>
                <a:rect b="b" l="0" r="r" t="0"/>
                <a:pathLst>
                  <a:path h="204502" w="493697">
                    <a:moveTo>
                      <a:pt x="309636" y="0"/>
                    </a:moveTo>
                    <a:lnTo>
                      <a:pt x="493697" y="204502"/>
                    </a:lnTo>
                    <a:lnTo>
                      <a:pt x="0" y="204502"/>
                    </a:lnTo>
                    <a:close/>
                  </a:path>
                </a:pathLst>
              </a:custGeom>
              <a:solidFill>
                <a:schemeClr val="accent1">
                  <a:lumMod val="7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7" name="Rectangle  - List Diagram 3 ">
                <a:extLst>
                  <a:ext uri="{C3CA5347-8C6F-4395-9C9B-06CABA706FB4}">
                    <a16:creationId xmlns:a16="http://schemas.microsoft.com/office/drawing/2010/main" id="{FE225503-0DFF-4E1A-BB3B-5BEC94DCD99D}"/>
                  </a:ext>
                </a:extLst>
              </p:cNvPr>
              <p:cNvSpPr>
                <a:spLocks noChangeAspect="true" noMove="true" noResize="true" noRot="true" noSelect="true"/>
              </p:cNvSpPr>
              <p:nvPr/>
            </p:nvSpPr>
            <p:spPr>
              <a:xfrm flipH="false" flipV="false" rot="0">
                <a:off x="796213" y="302704"/>
                <a:ext cx="5472245" cy="461838"/>
              </a:xfrm>
              <a:prstGeom prst="roundRect">
                <a:avLst>
                  <a:gd fmla="val 20744" name="adj"/>
                </a:avLst>
              </a:prstGeom>
              <a:solidFill>
                <a:schemeClr val="bg1"/>
              </a:solidFill>
              <a:ln cap="flat" w="9525">
                <a:solidFill>
                  <a:schemeClr val="accent1">
                    <a:lumMod val="20000"/>
                    <a:lumOff val="80000"/>
                  </a:schemeClr>
                </a:solidFill>
                <a:prstDash val="solid"/>
                <a:round/>
              </a:ln>
              <a:effectLst>
                <a:outerShdw blurRad="101600" dir="2700000" dist="28575">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0" lIns="666750" rIns="95250" rtlCol="0" tIns="0">
                <a:normAutofit fontScale="100000" lnSpcReduction="0"/>
              </a:bodyPr>
              <a:lstStyle/>
              <a:p>
                <a:pPr algn="ctr" rtl="false">
                  <a:lnSpc>
                    <a:spcPct val="120000"/>
                  </a:lnSpc>
                  <a:spcBef>
                    <a:spcPts val="0"/>
                  </a:spcBef>
                  <a:spcAft>
                    <a:spcPts val="0"/>
                  </a:spcAft>
                </a:pPr>
                <a:r>
                  <a:rPr dirty="0" lang="en-US" sz="1200">
                    <a:solidFill>
                      <a:schemeClr val="tx1"/>
                    </a:solidFill>
                    <a:latin typeface="+mn-lt"/>
                  </a:rPr>
                  <a:t>Improved electron transfer.</a:t>
                </a:r>
                <a:endParaRPr dirty="0" lang="en-US" sz="1200">
                  <a:solidFill>
                    <a:schemeClr val="tx1"/>
                  </a:solidFill>
                  <a:latin typeface="+mn-lt"/>
                </a:endParaRPr>
              </a:p>
            </p:txBody>
          </p:sp>
          <p:sp>
            <p:nvSpPr>
              <p:cNvPr id="8" name="">
                <a:extLst>
                  <a:ext uri="{5413406E-AC1F-4C96-96E1-A35D0DE96BC7}">
                    <a16:creationId xmlns:a16="http://schemas.microsoft.com/office/drawing/2010/main" id="{729C2145-BC26-4BEE-B649-A0F82DA67B39}"/>
                  </a:ext>
                </a:extLst>
              </p:cNvPr>
              <p:cNvSpPr>
                <a:spLocks noChangeAspect="true" noMove="true" noResize="true" noRot="true" noSelect="true"/>
              </p:cNvSpPr>
              <p:nvPr/>
            </p:nvSpPr>
            <p:spPr>
              <a:xfrm flipH="false" flipV="false" rot="0">
                <a:off x="926534" y="171230"/>
                <a:ext cx="439350" cy="388810"/>
              </a:xfrm>
              <a:custGeom>
                <a:avLst/>
                <a:gdLst/>
                <a:ahLst/>
                <a:cxnLst/>
                <a:rect b="b" l="0" r="r" t="0"/>
                <a:pathLst>
                  <a:path h="388811" w="439350">
                    <a:moveTo>
                      <a:pt x="57640" y="0"/>
                    </a:moveTo>
                    <a:lnTo>
                      <a:pt x="433337" y="0"/>
                    </a:lnTo>
                    <a:cubicBezTo>
                      <a:pt x="465170" y="0"/>
                      <a:pt x="360251" y="56427"/>
                      <a:pt x="360251" y="90785"/>
                    </a:cubicBezTo>
                    <a:lnTo>
                      <a:pt x="360251" y="326601"/>
                    </a:lnTo>
                    <a:cubicBezTo>
                      <a:pt x="360251" y="360958"/>
                      <a:pt x="334444" y="388811"/>
                      <a:pt x="302611" y="388811"/>
                    </a:cubicBezTo>
                    <a:lnTo>
                      <a:pt x="57640" y="388811"/>
                    </a:lnTo>
                    <a:cubicBezTo>
                      <a:pt x="25806" y="388811"/>
                      <a:pt x="0" y="360958"/>
                      <a:pt x="0" y="326601"/>
                    </a:cubicBezTo>
                    <a:lnTo>
                      <a:pt x="0" y="62210"/>
                    </a:lnTo>
                    <a:cubicBezTo>
                      <a:pt x="0" y="27852"/>
                      <a:pt x="25806" y="0"/>
                      <a:pt x="57640" y="0"/>
                    </a:cubicBezTo>
                    <a:close/>
                  </a:path>
                </a:pathLst>
              </a:custGeom>
              <a:solidFill>
                <a:schemeClr val="accent1"/>
              </a:solidFill>
              <a:effectLst>
                <a:outerShdw blurRad="76200" dir="2700000" dist="28575">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0" lIns="95250" rIns="0" rtlCol="0" tIns="0">
                <a:normAutofit fontScale="100000" lnSpcReduction="0"/>
              </a:bodyPr>
              <a:lstStyle/>
              <a:p>
                <a:pPr algn="l"/>
                <a:r>
                  <a:rPr dirty="0" lang="en-US" sz="1200"/>
                  <a:t>01</a:t>
                </a:r>
                <a:endParaRPr dirty="0" lang="en-US" sz="1200"/>
              </a:p>
            </p:txBody>
          </p:sp>
        </p:grpSp>
        <p:grpSp>
          <p:nvGrpSpPr>
            <p:cNvPr id="9" name="">
              <a:extLst>
                <a:ext uri="{BACA4589-2E74-4784-8E54-7DC877CBF096}">
                  <a16:creationId xmlns:a16="http://schemas.microsoft.com/office/drawing/2010/main" id="{1EA5E53D-F650-46DA-9995-C7410ADE4C05}"/>
                </a:ext>
              </a:extLst>
            </p:cNvPr>
            <p:cNvGrpSpPr>
              <a:grpSpLocks noChangeAspect="true" noUngrp="true"/>
            </p:cNvGrpSpPr>
            <p:nvPr/>
          </p:nvGrpSpPr>
          <p:grpSpPr>
            <a:xfrm flipH="false" flipV="false" rot="0">
              <a:off x="1673952" y="2259224"/>
              <a:ext cx="5790189" cy="627783"/>
              <a:chOff x="1673952" y="2259224"/>
              <a:chExt cx="5790189" cy="627783"/>
            </a:xfrm>
          </p:grpSpPr>
          <p:sp>
            <p:nvSpPr>
              <p:cNvPr id="10" name="">
                <a:extLst>
                  <a:ext uri="{326C1FCC-7D7B-47A6-8EBC-C9D9B84E5934}">
                    <a16:creationId xmlns:a16="http://schemas.microsoft.com/office/drawing/2010/main" id="{CA58186A-E198-4C9E-9A06-E83369BD9A6C}"/>
                  </a:ext>
                </a:extLst>
              </p:cNvPr>
              <p:cNvSpPr>
                <a:spLocks noChangeAspect="true" noMove="true" noResize="true" noRot="true" noSelect="true"/>
              </p:cNvSpPr>
              <p:nvPr/>
            </p:nvSpPr>
            <p:spPr>
              <a:xfrm flipH="false" flipV="false" rot="0">
                <a:off x="1944426" y="2259224"/>
                <a:ext cx="522381" cy="216383"/>
              </a:xfrm>
              <a:custGeom>
                <a:avLst/>
                <a:gdLst/>
                <a:ahLst/>
                <a:cxnLst/>
                <a:rect b="b" l="0" r="r" t="0"/>
                <a:pathLst>
                  <a:path h="204502" w="493697">
                    <a:moveTo>
                      <a:pt x="309636" y="0"/>
                    </a:moveTo>
                    <a:lnTo>
                      <a:pt x="493697" y="204502"/>
                    </a:lnTo>
                    <a:lnTo>
                      <a:pt x="0" y="204502"/>
                    </a:lnTo>
                    <a:close/>
                  </a:path>
                </a:pathLst>
              </a:custGeom>
              <a:solidFill>
                <a:schemeClr val="accent2">
                  <a:lumMod val="7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11" name="Rectangle  - List Diagram 3 ">
                <a:extLst>
                  <a:ext uri="{1C015205-6214-407E-BCAC-79562C6F7E08}">
                    <a16:creationId xmlns:a16="http://schemas.microsoft.com/office/drawing/2010/main" id="{47D0B8C6-629C-4EBE-8CD3-464710951A89}"/>
                  </a:ext>
                </a:extLst>
              </p:cNvPr>
              <p:cNvSpPr>
                <a:spLocks noChangeAspect="true" noMove="true" noResize="true" noRot="true" noSelect="true"/>
              </p:cNvSpPr>
              <p:nvPr/>
            </p:nvSpPr>
            <p:spPr>
              <a:xfrm flipH="false" flipV="false" rot="0">
                <a:off x="1673952" y="2398335"/>
                <a:ext cx="5790189" cy="488671"/>
              </a:xfrm>
              <a:prstGeom prst="roundRect">
                <a:avLst>
                  <a:gd fmla="val 20744" name="adj"/>
                </a:avLst>
              </a:prstGeom>
              <a:solidFill>
                <a:schemeClr val="bg1"/>
              </a:solidFill>
              <a:ln cap="flat" w="9525">
                <a:solidFill>
                  <a:schemeClr val="accent2">
                    <a:lumMod val="20000"/>
                    <a:lumOff val="80000"/>
                  </a:schemeClr>
                </a:solidFill>
                <a:prstDash val="solid"/>
                <a:round/>
              </a:ln>
              <a:effectLst>
                <a:outerShdw blurRad="101600" dir="2700000" dist="28575">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0" lIns="666750" rIns="95250" rtlCol="0" tIns="0">
                <a:normAutofit fontScale="100000" lnSpcReduction="0"/>
              </a:bodyPr>
              <a:lstStyle/>
              <a:p>
                <a:pPr algn="ctr" rtl="false">
                  <a:lnSpc>
                    <a:spcPct val="120000"/>
                  </a:lnSpc>
                  <a:spcBef>
                    <a:spcPts val="0"/>
                  </a:spcBef>
                  <a:spcAft>
                    <a:spcPts val="0"/>
                  </a:spcAft>
                </a:pPr>
                <a:r>
                  <a:rPr dirty="0" lang="en-US" sz="1200">
                    <a:solidFill>
                      <a:schemeClr val="tx1"/>
                    </a:solidFill>
                    <a:latin typeface="+mn-lt"/>
                  </a:rPr>
                  <a:t>Increased energy output.</a:t>
                </a:r>
                <a:endParaRPr dirty="0" lang="en-US" sz="1200">
                  <a:solidFill>
                    <a:schemeClr val="tx1"/>
                  </a:solidFill>
                  <a:latin typeface="+mn-lt"/>
                </a:endParaRPr>
              </a:p>
            </p:txBody>
          </p:sp>
          <p:sp>
            <p:nvSpPr>
              <p:cNvPr id="12" name="">
                <a:extLst>
                  <a:ext uri="{185089A2-00AC-46C3-85B8-DD3CBB37C654}">
                    <a16:creationId xmlns:a16="http://schemas.microsoft.com/office/drawing/2010/main" id="{41F63867-613E-4886-AB71-036E466FAF49}"/>
                  </a:ext>
                </a:extLst>
              </p:cNvPr>
              <p:cNvSpPr>
                <a:spLocks noChangeAspect="true" noMove="true" noResize="true" noRot="true" noSelect="true"/>
              </p:cNvSpPr>
              <p:nvPr/>
            </p:nvSpPr>
            <p:spPr>
              <a:xfrm flipH="false" flipV="false" rot="0">
                <a:off x="1811845" y="2259224"/>
                <a:ext cx="464876" cy="411400"/>
              </a:xfrm>
              <a:custGeom>
                <a:avLst/>
                <a:gdLst/>
                <a:ahLst/>
                <a:cxnLst/>
                <a:rect b="b" l="0" r="r" t="0"/>
                <a:pathLst>
                  <a:path h="388811" w="439350">
                    <a:moveTo>
                      <a:pt x="57640" y="0"/>
                    </a:moveTo>
                    <a:lnTo>
                      <a:pt x="433337" y="0"/>
                    </a:lnTo>
                    <a:cubicBezTo>
                      <a:pt x="465170" y="0"/>
                      <a:pt x="360251" y="56427"/>
                      <a:pt x="360251" y="90785"/>
                    </a:cubicBezTo>
                    <a:lnTo>
                      <a:pt x="360251" y="326601"/>
                    </a:lnTo>
                    <a:cubicBezTo>
                      <a:pt x="360251" y="360958"/>
                      <a:pt x="334444" y="388811"/>
                      <a:pt x="302611" y="388811"/>
                    </a:cubicBezTo>
                    <a:lnTo>
                      <a:pt x="57640" y="388811"/>
                    </a:lnTo>
                    <a:cubicBezTo>
                      <a:pt x="25806" y="388811"/>
                      <a:pt x="0" y="360958"/>
                      <a:pt x="0" y="326601"/>
                    </a:cubicBezTo>
                    <a:lnTo>
                      <a:pt x="0" y="62210"/>
                    </a:lnTo>
                    <a:cubicBezTo>
                      <a:pt x="0" y="27852"/>
                      <a:pt x="25806" y="0"/>
                      <a:pt x="57640" y="0"/>
                    </a:cubicBezTo>
                    <a:close/>
                  </a:path>
                </a:pathLst>
              </a:custGeom>
              <a:solidFill>
                <a:schemeClr val="accent2"/>
              </a:solidFill>
              <a:effectLst>
                <a:outerShdw blurRad="76200" dir="2700000" dist="28575">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0" lIns="95250" rIns="0" rtlCol="0" tIns="0">
                <a:normAutofit fontScale="100000" lnSpcReduction="0"/>
              </a:bodyPr>
              <a:lstStyle/>
              <a:p>
                <a:pPr algn="l"/>
                <a:r>
                  <a:rPr dirty="0" lang="en-US" sz="1200"/>
                  <a:t>02</a:t>
                </a:r>
                <a:endParaRPr dirty="0" lang="en-US" sz="1200"/>
              </a:p>
            </p:txBody>
          </p:sp>
        </p:grpSp>
        <p:grpSp>
          <p:nvGrpSpPr>
            <p:cNvPr id="13" name="">
              <a:extLst>
                <a:ext uri="{B85D95A2-05A7-4348-8B5E-0D64A774BED1}">
                  <a16:creationId xmlns:a16="http://schemas.microsoft.com/office/drawing/2010/main" id="{65ACCE20-10DB-4B51-A6A9-9251B2F22B5F}"/>
                </a:ext>
              </a:extLst>
            </p:cNvPr>
            <p:cNvGrpSpPr>
              <a:grpSpLocks noChangeAspect="true" noUngrp="true"/>
            </p:cNvGrpSpPr>
            <p:nvPr/>
          </p:nvGrpSpPr>
          <p:grpSpPr>
            <a:xfrm flipH="false" flipV="false" rot="0">
              <a:off x="1976305" y="3060344"/>
              <a:ext cx="5790189" cy="627783"/>
              <a:chOff x="1976305" y="3060344"/>
              <a:chExt cx="5790189" cy="627783"/>
            </a:xfrm>
          </p:grpSpPr>
          <p:sp>
            <p:nvSpPr>
              <p:cNvPr id="14" name="">
                <a:extLst>
                  <a:ext uri="{224F75CB-84AA-44F7-B044-3FC53878F7D9}">
                    <a16:creationId xmlns:a16="http://schemas.microsoft.com/office/drawing/2010/main" id="{E17A9BFA-06FF-4CF4-9B76-7C5ABBC19789}"/>
                  </a:ext>
                </a:extLst>
              </p:cNvPr>
              <p:cNvSpPr>
                <a:spLocks noChangeAspect="true" noMove="true" noResize="true" noRot="true" noSelect="true"/>
              </p:cNvSpPr>
              <p:nvPr/>
            </p:nvSpPr>
            <p:spPr>
              <a:xfrm flipH="false" flipV="false" rot="0">
                <a:off x="2246778" y="3060344"/>
                <a:ext cx="522381" cy="216383"/>
              </a:xfrm>
              <a:custGeom>
                <a:avLst/>
                <a:gdLst/>
                <a:ahLst/>
                <a:cxnLst/>
                <a:rect b="b" l="0" r="r" t="0"/>
                <a:pathLst>
                  <a:path h="204502" w="493697">
                    <a:moveTo>
                      <a:pt x="309636" y="0"/>
                    </a:moveTo>
                    <a:lnTo>
                      <a:pt x="493697" y="204502"/>
                    </a:lnTo>
                    <a:lnTo>
                      <a:pt x="0" y="204502"/>
                    </a:lnTo>
                    <a:close/>
                  </a:path>
                </a:pathLst>
              </a:custGeom>
              <a:solidFill>
                <a:schemeClr val="accent3">
                  <a:lumMod val="75000"/>
                </a:schemeClr>
              </a:solidFill>
              <a:effectLst/>
            </p:spPr>
            <p:style>
              <a:lnRef idx="1">
                <a:schemeClr val="accent1">
                  <a:shade val="50000"/>
                </a:schemeClr>
              </a:lnRef>
              <a:fillRef idx="1">
                <a:schemeClr val="accent1"/>
              </a:fillRef>
              <a:effectRef idx="0">
                <a:schemeClr val="accent1"/>
              </a:effectRef>
              <a:fontRef idx="minor">
                <a:srgbClr val="ffffff"/>
              </a:fontRef>
            </p:style>
            <p:txBody>
              <a:bodyPr anchor="ctr" rtlCol="0">
                <a:noAutofit/>
              </a:bodyPr>
              <a:lstStyle/>
              <a:p>
                <a:pPr algn="ctr"/>
                <a:r>
                  <a:rPr dirty="0" lang="en-US"/>
                  <a:t/>
                </a:r>
                <a:endParaRPr dirty="0" lang="en-US"/>
              </a:p>
            </p:txBody>
          </p:sp>
          <p:sp>
            <p:nvSpPr>
              <p:cNvPr id="15" name="Rectangle  - List Diagram 3 ">
                <a:extLst>
                  <a:ext uri="{61FD28F6-352B-4DED-A8B3-7E5D802A678F}">
                    <a16:creationId xmlns:a16="http://schemas.microsoft.com/office/drawing/2010/main" id="{4DF08D51-724B-41BF-88A6-729F4B1752D9}"/>
                  </a:ext>
                </a:extLst>
              </p:cNvPr>
              <p:cNvSpPr>
                <a:spLocks noChangeAspect="true" noMove="true" noResize="true" noRot="true" noSelect="true"/>
              </p:cNvSpPr>
              <p:nvPr/>
            </p:nvSpPr>
            <p:spPr>
              <a:xfrm flipH="false" flipV="false" rot="0">
                <a:off x="1976305" y="3199456"/>
                <a:ext cx="5790189" cy="488671"/>
              </a:xfrm>
              <a:prstGeom prst="roundRect">
                <a:avLst>
                  <a:gd fmla="val 20744" name="adj"/>
                </a:avLst>
              </a:prstGeom>
              <a:solidFill>
                <a:schemeClr val="bg1"/>
              </a:solidFill>
              <a:ln cap="flat" w="9525">
                <a:solidFill>
                  <a:schemeClr val="accent3">
                    <a:lumMod val="20000"/>
                    <a:lumOff val="80000"/>
                  </a:schemeClr>
                </a:solidFill>
                <a:prstDash val="solid"/>
                <a:round/>
              </a:ln>
              <a:effectLst>
                <a:outerShdw blurRad="101600" dir="2700000" dist="28575">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0" lIns="666750" rIns="95250" rtlCol="0" tIns="0">
                <a:normAutofit fontScale="100000" lnSpcReduction="0"/>
              </a:bodyPr>
              <a:lstStyle/>
              <a:p>
                <a:pPr algn="ctr" rtl="false">
                  <a:lnSpc>
                    <a:spcPct val="120000"/>
                  </a:lnSpc>
                  <a:spcBef>
                    <a:spcPts val="0"/>
                  </a:spcBef>
                  <a:spcAft>
                    <a:spcPts val="0"/>
                  </a:spcAft>
                </a:pPr>
                <a:r>
                  <a:rPr dirty="0" lang="en-US" sz="1200">
                    <a:solidFill>
                      <a:schemeClr val="tx1"/>
                    </a:solidFill>
                    <a:latin typeface="+mn-lt"/>
                  </a:rPr>
                  <a:t>Better system efficiency.</a:t>
                </a:r>
                <a:endParaRPr dirty="0" lang="en-US" sz="1200">
                  <a:solidFill>
                    <a:schemeClr val="tx1"/>
                  </a:solidFill>
                  <a:latin typeface="+mn-lt"/>
                </a:endParaRPr>
              </a:p>
            </p:txBody>
          </p:sp>
          <p:sp>
            <p:nvSpPr>
              <p:cNvPr id="16" name="">
                <a:extLst>
                  <a:ext uri="{2601C2B1-CDFC-484D-80FF-879BEDA63C96}">
                    <a16:creationId xmlns:a16="http://schemas.microsoft.com/office/drawing/2010/main" id="{7950FDDA-77DC-4CA4-A3A2-22634566063B}"/>
                  </a:ext>
                </a:extLst>
              </p:cNvPr>
              <p:cNvSpPr>
                <a:spLocks noChangeAspect="true" noMove="true" noResize="true" noRot="true" noSelect="true"/>
              </p:cNvSpPr>
              <p:nvPr/>
            </p:nvSpPr>
            <p:spPr>
              <a:xfrm flipH="false" flipV="false" rot="0">
                <a:off x="2114197" y="3060344"/>
                <a:ext cx="464876" cy="411400"/>
              </a:xfrm>
              <a:custGeom>
                <a:avLst/>
                <a:gdLst/>
                <a:ahLst/>
                <a:cxnLst/>
                <a:rect b="b" l="0" r="r" t="0"/>
                <a:pathLst>
                  <a:path h="388811" w="439350">
                    <a:moveTo>
                      <a:pt x="57640" y="0"/>
                    </a:moveTo>
                    <a:lnTo>
                      <a:pt x="433337" y="0"/>
                    </a:lnTo>
                    <a:cubicBezTo>
                      <a:pt x="465170" y="0"/>
                      <a:pt x="360251" y="56427"/>
                      <a:pt x="360251" y="90785"/>
                    </a:cubicBezTo>
                    <a:lnTo>
                      <a:pt x="360251" y="326601"/>
                    </a:lnTo>
                    <a:cubicBezTo>
                      <a:pt x="360251" y="360958"/>
                      <a:pt x="334444" y="388811"/>
                      <a:pt x="302611" y="388811"/>
                    </a:cubicBezTo>
                    <a:lnTo>
                      <a:pt x="57640" y="388811"/>
                    </a:lnTo>
                    <a:cubicBezTo>
                      <a:pt x="25806" y="388811"/>
                      <a:pt x="0" y="360958"/>
                      <a:pt x="0" y="326601"/>
                    </a:cubicBezTo>
                    <a:lnTo>
                      <a:pt x="0" y="62210"/>
                    </a:lnTo>
                    <a:cubicBezTo>
                      <a:pt x="0" y="27852"/>
                      <a:pt x="25806" y="0"/>
                      <a:pt x="57640" y="0"/>
                    </a:cubicBezTo>
                    <a:close/>
                  </a:path>
                </a:pathLst>
              </a:custGeom>
              <a:solidFill>
                <a:schemeClr val="accent3"/>
              </a:solidFill>
              <a:effectLst>
                <a:outerShdw blurRad="76200" dir="2700000" dist="28575">
                  <a:srgbClr val="3f3f3f">
                    <a:alpha val="10000"/>
                  </a:srgbClr>
                </a:outerShdw>
              </a:effectLst>
            </p:spPr>
            <p:style>
              <a:lnRef idx="1">
                <a:schemeClr val="accent1">
                  <a:shade val="50000"/>
                </a:schemeClr>
              </a:lnRef>
              <a:fillRef idx="1">
                <a:schemeClr val="accent1"/>
              </a:fillRef>
              <a:effectRef idx="0">
                <a:schemeClr val="accent1"/>
              </a:effectRef>
              <a:fontRef idx="minor">
                <a:srgbClr val="ffffff"/>
              </a:fontRef>
            </p:style>
            <p:txBody>
              <a:bodyPr anchor="ctr" bIns="0" lIns="95250" rIns="0" rtlCol="0" tIns="0">
                <a:normAutofit fontScale="100000" lnSpcReduction="0"/>
              </a:bodyPr>
              <a:lstStyle/>
              <a:p>
                <a:pPr algn="l"/>
                <a:r>
                  <a:rPr dirty="0" lang="en-US" sz="1200"/>
                  <a:t>03</a:t>
                </a:r>
                <a:endParaRPr dirty="0" lang="en-US" sz="1200"/>
              </a:p>
            </p:txBody>
          </p:sp>
        </p:grpSp>
      </p:grpSp>
    </p:spTree>
    <p:extLst>
      <p:ext uri="{1686F010-E4FD-4F20-A87B-71CA76DADC73}">
        <p14:creationId xmlns:p14="http://schemas.microsoft.com/office/powerpoint/2010/main" val="1782065429002"/>
      </p:ext>
    </p:extLst>
  </p:cSld>
  <p:clrMapOvr>
    <a:masterClrMapping/>
  </p:clrMapOvr>
</p:sld>
</file>

<file path=ppt/slides/slide8.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791A42E0-EC41-47BA-8EDE-C51BF80A3337}">
                <a16:creationId xmlns:a16="http://schemas.microsoft.com/office/drawing/2010/main" id="{760342D2-360C-4FE8-9713-BEBCDE731082}"/>
              </a:ext>
            </a:extLst>
          </p:cNvPr>
          <p:cNvSpPr>
            <a:spLocks noGrp="true"/>
          </p:cNvSpPr>
          <p:nvPr>
            <p:ph type="title"/>
          </p:nvPr>
        </p:nvSpPr>
        <p:spPr/>
        <p:txBody>
          <a:bodyPr rtlCol="0"/>
          <a:lstStyle/>
          <a:p>
            <a:pPr/>
            <a:r>
              <a:rPr dirty="0" lang="en-US"/>
              <a:t>APPLICATIONS</a:t>
            </a:r>
            <a:endParaRPr dirty="0" lang="en-US"/>
          </a:p>
        </p:txBody>
      </p:sp>
      <p:sp>
        <p:nvSpPr>
          <p:cNvPr id="3" name="Content Placeholder 2">
            <a:extLst>
              <a:ext uri="{6764C761-1082-473D-8711-FAAB67B78912}">
                <a16:creationId xmlns:a16="http://schemas.microsoft.com/office/drawing/2010/main" id="{960BD45F-6AE3-42F8-95D0-688B98EAFDAF}"/>
              </a:ext>
            </a:extLst>
          </p:cNvPr>
          <p:cNvSpPr>
            <a:spLocks noGrp="true"/>
          </p:cNvSpPr>
          <p:nvPr>
            <p:ph idx="1"/>
          </p:nvPr>
        </p:nvSpPr>
        <p:spPr/>
        <p:txBody>
          <a:bodyPr rtlCol="0"/>
          <a:lstStyle/>
          <a:p>
            <a:pPr/>
            <a:r>
              <a:rPr dirty="0" lang="en-US" sz="1800"/>
              <a:t>Waste management.</a:t>
            </a:r>
          </a:p>
          <a:p>
            <a:pPr/>
            <a:r>
              <a:rPr dirty="0" lang="en-US" sz="1800"/>
              <a:t>Sensors and </a:t>
            </a:r>
            <a:r>
              <a:rPr dirty="0" err="1" lang="en-US" sz="1800"/>
              <a:t>LEDs</a:t>
            </a:r>
            <a:r>
              <a:rPr dirty="0" lang="en-US" sz="1800"/>
              <a:t>.</a:t>
            </a:r>
          </a:p>
          <a:p>
            <a:pPr/>
            <a:r>
              <a:rPr dirty="0" lang="en-US" sz="1800"/>
              <a:t>Renewable energy.</a:t>
            </a:r>
          </a:p>
          <a:p>
            <a:pPr/>
            <a:r>
              <a:rPr dirty="0" lang="en-US" sz="1800"/>
              <a:t>Reduced pollution</a:t>
            </a:r>
            <a:endParaRPr dirty="0" lang="en-US" sz="1800"/>
          </a:p>
        </p:txBody>
      </p:sp>
    </p:spTree>
    <p:extLst>
      <p:ext uri="{03BE113F-7536-4F8A-8548-57A65FEEA17B}">
        <p14:creationId xmlns:p14="http://schemas.microsoft.com/office/powerpoint/2010/main" val="1782065429004"/>
      </p:ext>
    </p:extLst>
  </p:cSld>
  <p:clrMapOvr>
    <a:masterClrMapping/>
  </p:clrMapOvr>
</p:sld>
</file>

<file path=ppt/slides/slide9.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F03D4F39-8C25-4C82-8739-7CF318FD448D}">
                <a16:creationId xmlns:a16="http://schemas.microsoft.com/office/drawing/2010/main" id="{F4FB53D3-A008-4259-9666-D21F4B7FF37D}"/>
              </a:ext>
            </a:extLst>
          </p:cNvPr>
          <p:cNvSpPr>
            <a:spLocks noGrp="true"/>
          </p:cNvSpPr>
          <p:nvPr>
            <p:ph type="title"/>
          </p:nvPr>
        </p:nvSpPr>
        <p:spPr/>
        <p:txBody>
          <a:bodyPr rtlCol="0"/>
          <a:lstStyle/>
          <a:p>
            <a:pPr/>
            <a:r>
              <a:rPr dirty="0" lang="en-US"/>
              <a:t>CONCLUSION</a:t>
            </a:r>
            <a:endParaRPr dirty="0" lang="en-US"/>
          </a:p>
        </p:txBody>
      </p:sp>
      <p:sp>
        <p:nvSpPr>
          <p:cNvPr id="3" name="Content Placeholder 2">
            <a:extLst>
              <a:ext uri="{4190BE40-17E1-4A60-8BB3-BAD75086572E}">
                <a16:creationId xmlns:a16="http://schemas.microsoft.com/office/drawing/2010/main" id="{667688FD-8452-430A-A0E9-80F5D230CB51}"/>
              </a:ext>
            </a:extLst>
          </p:cNvPr>
          <p:cNvSpPr>
            <a:spLocks noGrp="true"/>
          </p:cNvSpPr>
          <p:nvPr>
            <p:ph idx="1"/>
          </p:nvPr>
        </p:nvSpPr>
        <p:spPr/>
        <p:txBody>
          <a:bodyPr rtlCol="0"/>
          <a:lstStyle/>
          <a:p>
            <a:pPr/>
            <a:r>
              <a:rPr dirty="0" lang="en-US" sz="1800"/>
              <a:t>The integration of Microbial Fuel Cells (</a:t>
            </a:r>
            <a:r>
              <a:rPr dirty="0" err="1" lang="en-US" sz="1800"/>
              <a:t>MFCs</a:t>
            </a:r>
            <a:r>
              <a:rPr dirty="0" lang="en-US" sz="1800"/>
              <a:t>) with piezoelectric </a:t>
            </a:r>
            <a:r>
              <a:rPr dirty="0" err="1" lang="en-US" sz="1800"/>
              <a:t>nanomaterials</a:t>
            </a:r>
            <a:r>
              <a:rPr dirty="0" lang="en-US" sz="1800"/>
              <a:t> provides an innovative and sustainable approach to energy harvesting. This system efficiently converts organic waste into electrical energy while reducing environmental pollution and dependence on fossil fuels. With further advancements in nanomaterial technology and large-scale implementation, this approach has strong potential for future applications in renewable energy generation, waste management, and smart environmental systems</a:t>
            </a:r>
            <a:r>
              <a:rPr dirty="0" lang="en-US"/>
              <a:t>.</a:t>
            </a:r>
            <a:endParaRPr dirty="0" lang="en-US"/>
          </a:p>
        </p:txBody>
      </p:sp>
    </p:spTree>
    <p:extLst>
      <p:ext uri="{F623308D-31E1-405D-8817-9F9A83FB26CE}">
        <p14:creationId xmlns:p14="http://schemas.microsoft.com/office/powerpoint/2010/main" val="1782065429005"/>
      </p:ext>
    </p:extLst>
  </p:cSld>
  <p:clrMapOvr>
    <a:masterClrMapping/>
  </p:clrMapOvr>
</p:sld>
</file>

<file path=ppt/slides/slide10.xml><?xml version="1.0" encoding="utf-8"?>
<p:sld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showMasterSp="true">
  <p:cSld name="">
    <p:spTree>
      <p:nvGrpSpPr>
        <p:cNvPr id="1" name=""/>
        <p:cNvGrpSpPr/>
        <p:nvPr/>
      </p:nvGrpSpPr>
      <p:grpSpPr>
        <a:xfrm>
          <a:off x="0" y="0"/>
          <a:ext cx="0" cy="0"/>
          <a:chOff x="0" y="0"/>
          <a:chExt cx="0" cy="0"/>
        </a:xfrm>
      </p:grpSpPr>
      <p:sp>
        <p:nvSpPr>
          <p:cNvPr id="2" name="Title 7">
            <a:extLst>
              <a:ext uri="{0FDA2253-B1E3-459F-895D-B7AF8632D85E}">
                <a16:creationId xmlns:a16="http://schemas.microsoft.com/office/drawing/2010/main" id="{46760536-DC21-477D-9E69-9BD10F7540F3}"/>
              </a:ext>
            </a:extLst>
          </p:cNvPr>
          <p:cNvSpPr>
            <a:spLocks noGrp="true"/>
          </p:cNvSpPr>
          <p:nvPr>
            <p:ph type="title"/>
          </p:nvPr>
        </p:nvSpPr>
        <p:spPr>
          <a:xfrm rot="0">
            <a:off x="762000" y="2143125"/>
            <a:ext cx="7620000" cy="857250"/>
          </a:xfrm>
        </p:spPr>
        <p:txBody>
          <a:bodyPr rtlCol="0"/>
          <a:lstStyle/>
          <a:p>
            <a:pPr/>
            <a:r>
              <a:rPr dirty="0" lang="en-US"/>
              <a:t>                       </a:t>
            </a:r>
            <a:r>
              <a:rPr dirty="0" lang="en-US"/>
              <a:t>THANK YOU</a:t>
            </a:r>
            <a:endParaRPr dirty="0" lang="en-US"/>
          </a:p>
        </p:txBody>
      </p:sp>
    </p:spTree>
    <p:extLst>
      <p:ext uri="{62311F40-5EF0-4A7C-A05A-9FFB8142CE01}">
        <p14:creationId xmlns:p14="http://schemas.microsoft.com/office/powerpoint/2010/main" val="1782065429006"/>
      </p:ext>
    </p:extLst>
  </p:cSld>
  <p:clrMapOvr>
    <a:masterClrMapping/>
  </p:clrMapOvr>
</p:sld>
</file>

<file path=ppt/tags/tag1.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threePicAndTx"/>
</p:tagLst>
</file>

<file path=ppt/tags/tag2.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LAYOUT" val="fourPic"/>
</p:tagLst>
</file>

<file path=ppt/tags/tag3.xml><?xml version="1.0" encoding="utf-8"?>
<p:tagLst xmlns:p="http://schemas.openxmlformats.org/presentationml/2006/main" xmlns:a="http://schemas.openxmlformats.org/drawingml/2006/main" xmlns:c="http://schemas.openxmlformats.org/drawingml/2006/chart" xmlns:cs="http://schemas.microsoft.com/office/drawing/2012/chartStyle" xmlns:ns1="http://schemas.openxmlformats.org/officeDocument/2006/extended-properties" xmlns:r="http://schemas.openxmlformats.org/officeDocument/2006/relationships" xmlns:vt="http://schemas.openxmlformats.org/officeDocument/2006/docPropsVTypes">
  <p:tag name="webfont2" val="Open Sans-demi_bold"/>
</p:tagLst>
</file>

<file path=ppt/theme/_rels/theme1.xml.rels><?xml version="1.0" encoding="UTF-8" standalone="no"?><Relationships xmlns="http://schemas.openxmlformats.org/package/2006/relationships"><Relationship Id="rId1" Target="../media/image1.jpeg" Type="http://schemas.openxmlformats.org/officeDocument/2006/relationships/image"/></Relationships>
</file>

<file path=ppt/theme/_rels/theme2.xml.rels><?xml version="1.0" encoding="UTF-8" standalone="no"?><Relationships xmlns="http://schemas.openxmlformats.org/package/2006/relationships"><Relationship Id="rId1" Target="../media/image1.jpeg" Type="http://schemas.openxmlformats.org/officeDocument/2006/relationships/image"/></Relationships>
</file>

<file path=ppt/theme/theme1.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Lightbox">
      <a:dk1>
        <a:srgbClr val="000000"/>
      </a:dk1>
      <a:lt1>
        <a:srgbClr val="ffffff"/>
      </a:lt1>
      <a:dk2>
        <a:srgbClr val="19323e"/>
      </a:dk2>
      <a:lt2>
        <a:srgbClr val="e9f4f4"/>
      </a:lt2>
      <a:accent1>
        <a:srgbClr val="7ecdc3"/>
      </a:accent1>
      <a:accent2>
        <a:srgbClr val="e8524f"/>
      </a:accent2>
      <a:accent3>
        <a:srgbClr val="f47b20"/>
      </a:accent3>
      <a:accent4>
        <a:srgbClr val="6c9137"/>
      </a:accent4>
      <a:accent5>
        <a:srgbClr val="f4c520"/>
      </a:accent5>
      <a:accent6>
        <a:srgbClr val="6b0d3f"/>
      </a:accent6>
      <a:hlink>
        <a:srgbClr val="7ecdc3"/>
      </a:hlink>
      <a:folHlink>
        <a:srgbClr val="6b0d3f"/>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ppt/theme/theme2.xml><?xml version="1.0" encoding="utf-8"?>
<a:theme xmlns:a="http://schemas.openxmlformats.org/drawingml/2006/main" xmlns:c="http://schemas.openxmlformats.org/drawingml/2006/chart" xmlns:cs="http://schemas.microsoft.com/office/drawing/2012/chartStyle" xmlns:ns1="http://schemas.openxmlformats.org/officeDocument/2006/extended-properties" xmlns:p="http://schemas.openxmlformats.org/presentationml/2006/main" xmlns:r="http://schemas.openxmlformats.org/officeDocument/2006/relationships" xmlns:vt="http://schemas.openxmlformats.org/officeDocument/2006/docPropsVTypes" name="Whitepaper">
  <a:themeElements>
    <a:clrScheme name="Lightbox">
      <a:dk1>
        <a:srgbClr val="000000"/>
      </a:dk1>
      <a:lt1>
        <a:srgbClr val="ffffff"/>
      </a:lt1>
      <a:dk2>
        <a:srgbClr val="19323e"/>
      </a:dk2>
      <a:lt2>
        <a:srgbClr val="e9f4f4"/>
      </a:lt2>
      <a:accent1>
        <a:srgbClr val="7ecdc3"/>
      </a:accent1>
      <a:accent2>
        <a:srgbClr val="e8524f"/>
      </a:accent2>
      <a:accent3>
        <a:srgbClr val="f47b20"/>
      </a:accent3>
      <a:accent4>
        <a:srgbClr val="6c9137"/>
      </a:accent4>
      <a:accent5>
        <a:srgbClr val="f4c520"/>
      </a:accent5>
      <a:accent6>
        <a:srgbClr val="6b0d3f"/>
      </a:accent6>
      <a:hlink>
        <a:srgbClr val="7ecdc3"/>
      </a:hlink>
      <a:folHlink>
        <a:srgbClr val="6b0d3f"/>
      </a:folHlink>
    </a:clrScheme>
    <a:fontScheme name="Whitepaper">
      <a:majorFont>
        <a:latin typeface="Open Sans"/>
        <a:ea typeface=""/>
        <a:cs typeface=""/>
      </a:majorFont>
      <a:minorFont>
        <a:latin typeface="Open Sans"/>
        <a:ea typeface=""/>
        <a:cs typeface=""/>
      </a:minorFont>
    </a:fontScheme>
    <a:fmtScheme name="Whitepap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0"/>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cap="flat" w="9525">
          <a:noFill/>
          <a:prstDash val="solid"/>
        </a:ln>
        <a:ln cap="flat" w="25400">
          <a:solidFill>
            <a:schemeClr val="phClr"/>
          </a:solidFill>
          <a:prstDash val="solid"/>
        </a:ln>
        <a:ln cap="flat"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blipFill dpi="0" rotWithShape="1">
          <a:blip r:embed="rId1">
            <a:duotone>
              <a:schemeClr val="phClr">
                <a:shade val="10000"/>
                <a:satMod val="400000"/>
              </a:schemeClr>
              <a:schemeClr val="phClr">
                <a:tint val="90000"/>
                <a:satMod val="200000"/>
              </a:schemeClr>
            </a:duotone>
          </a:blip>
          <a:tile algn="tl" sx="100000" sy="100000" tx="0" ty="0"/>
        </a:blipFill>
        <a:gradFill rotWithShape="1">
          <a:gsLst>
            <a:gs pos="0">
              <a:schemeClr val="phClr">
                <a:tint val="80000"/>
                <a:satMod val="300000"/>
              </a:schemeClr>
            </a:gs>
            <a:gs pos="100000">
              <a:schemeClr val="phClr">
                <a:shade val="60000"/>
                <a:satMod val="200000"/>
              </a:schemeClr>
            </a:gs>
          </a:gsLst>
          <a:path path="circle">
            <a:fillToRect b="50000" l="50000" r="50000" t="50000"/>
          </a:path>
        </a:gradFill>
      </a:bgFillStyleLst>
    </a:fmtScheme>
  </a:themeElements>
  <a:objectDefaults>
    <a:spDef>
      <a:spPr/>
      <a:bodyPr anchor="ctr" rtlCol="0"/>
      <a:lstStyle>
        <a:lvl1pPr algn="ctr" lvl="0"/>
      </a:lstStyle>
      <a:style>
        <a:lnRef idx="0"/>
        <a:fillRef idx="1">
          <a:schemeClr val="accent1"/>
        </a:fillRef>
        <a:effectRef idx="0">
          <a:schemeClr val="accent1"/>
        </a:effectRef>
        <a:fontRef idx="none"/>
      </a:style>
    </a:spDef>
    <a:lnDef>
      <a:spPr>
        <a:ln cap="flat" w="19050">
          <a:solidFill>
            <a:schemeClr val="accent1">
              <a:lumMod val="75000"/>
            </a:schemeClr>
          </a:solidFill>
          <a:prstDash val="solid"/>
          <a:round/>
        </a:ln>
      </a:spPr>
      <a:bodyPr anchor="ctr" rtlCol="0"/>
      <a:lstStyle>
        <a:lvl1pPr algn="ctr" lvl="0"/>
      </a:lstStyle>
    </a:lnDef>
  </a:objectDefaults>
  <a:extraClrSchemeLst/>
</a:theme>
</file>

<file path=docProps/app.xml><?xml version="1.0" encoding="utf-8"?>
<properties:Properties xmlns:properties="http://schemas.openxmlformats.org/officeDocument/2006/extended-properties" xmlns:vt="http://schemas.openxmlformats.org/officeDocument/2006/docPropsVTypes">
  <properties:AppVersion>3.0000</properties:AppVersion>
  <properties:ScaleCrop>false</properties:ScaleCrop>
  <properties:Company>Company</properties:Company>
  <properties:LinksUpToDate>false</properties:LinksUpToDate>
  <properties:HyperlinksChanged>false</properties:HyperlinksChanged>
  <properties:PresentationFormat>On-Screen Show (4:3)</properties:PresentationFormat>
  <properties:Application>Zoho Show</properties:Application>
  <properties:SharedDoc>false</properties:SharedDoc>
</properties: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Slide 1</dc:title>
  <cp:revision>1</cp:revision>
  <dc:creator/>
  <cp:lastModifiedBy/>
  <dcterms:created xsi:type="dcterms:W3CDTF">2026-06-21T20:45:03Z</dcterms:created>
  <dcterms:modified xsi:type="dcterms:W3CDTF">2026-06-21T23:37:09Z</dcterms:modified>
</cp:coreProperties>
</file>